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533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99" b="1" i="0">
                <a:solidFill>
                  <a:srgbClr val="000000"/>
                </a:solidFill>
              </a:rPr>
              <a:t>ABDUL </a:t>
            </a:r>
            <a:r>
              <a:rPr sz="2799" b="1" i="0">
                <a:solidFill>
                  <a:srgbClr val="000000"/>
                </a:solidFill>
              </a:rPr>
              <a:t>HASEEB </a:t>
            </a:r>
            <a:r>
              <a:rPr sz="2799" b="1" i="0">
                <a:solidFill>
                  <a:srgbClr val="000000"/>
                </a:solidFill>
              </a:rPr>
              <a:t>KHAN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93472"/>
            <a:ext cx="7315200" cy="2476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99" b="1" i="0">
                <a:solidFill>
                  <a:srgbClr val="000000"/>
                </a:solidFill>
              </a:rPr>
              <a:t>SUMMARY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6794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I </a:t>
            </a:r>
            <a:r>
              <a:rPr sz="1099" b="0" i="0">
                <a:solidFill>
                  <a:srgbClr val="000000"/>
                </a:solidFill>
              </a:rPr>
              <a:t>am </a:t>
            </a:r>
            <a:r>
              <a:rPr sz="1099" b="0" i="0">
                <a:solidFill>
                  <a:srgbClr val="000000"/>
                </a:solidFill>
              </a:rPr>
              <a:t>currently </a:t>
            </a:r>
            <a:r>
              <a:rPr sz="1099" b="0" i="0">
                <a:solidFill>
                  <a:srgbClr val="000000"/>
                </a:solidFill>
              </a:rPr>
              <a:t>a </a:t>
            </a:r>
            <a:r>
              <a:rPr sz="1099" b="0" i="0">
                <a:solidFill>
                  <a:srgbClr val="000000"/>
                </a:solidFill>
              </a:rPr>
              <a:t>seventh-semester </a:t>
            </a:r>
            <a:r>
              <a:rPr sz="1099" b="0" i="0">
                <a:solidFill>
                  <a:srgbClr val="000000"/>
                </a:solidFill>
              </a:rPr>
              <a:t>student </a:t>
            </a:r>
            <a:r>
              <a:rPr sz="1099" b="0" i="0">
                <a:solidFill>
                  <a:srgbClr val="000000"/>
                </a:solidFill>
              </a:rPr>
              <a:t>at </a:t>
            </a:r>
            <a:r>
              <a:rPr sz="1099" b="0" i="0">
                <a:solidFill>
                  <a:srgbClr val="000000"/>
                </a:solidFill>
              </a:rPr>
              <a:t>SZABIST </a:t>
            </a:r>
            <a:r>
              <a:rPr sz="1099" b="0" i="0">
                <a:solidFill>
                  <a:srgbClr val="000000"/>
                </a:solidFill>
              </a:rPr>
              <a:t>University </a:t>
            </a:r>
            <a:r>
              <a:rPr sz="1099" b="0" i="0">
                <a:solidFill>
                  <a:srgbClr val="000000"/>
                </a:solidFill>
              </a:rPr>
              <a:t>Islamabad, </a:t>
            </a:r>
            <a:r>
              <a:rPr sz="1099" b="0" i="0">
                <a:solidFill>
                  <a:srgbClr val="000000"/>
                </a:solidFill>
              </a:rPr>
              <a:t>passionate </a:t>
            </a:r>
            <a:r>
              <a:rPr sz="1099" b="0" i="0">
                <a:solidFill>
                  <a:srgbClr val="000000"/>
                </a:solidFill>
              </a:rPr>
              <a:t>about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41968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design </a:t>
            </a:r>
            <a:r>
              <a:rPr sz="1099" b="0" i="0">
                <a:solidFill>
                  <a:srgbClr val="000000"/>
                </a:solidFill>
              </a:rPr>
              <a:t>and </a:t>
            </a:r>
            <a:r>
              <a:rPr sz="1099" b="0" i="0">
                <a:solidFill>
                  <a:srgbClr val="000000"/>
                </a:solidFill>
              </a:rPr>
              <a:t>development. </a:t>
            </a:r>
            <a:r>
              <a:rPr sz="1099" b="0" i="0">
                <a:solidFill>
                  <a:srgbClr val="000000"/>
                </a:solidFill>
              </a:rPr>
              <a:t>I </a:t>
            </a:r>
            <a:r>
              <a:rPr sz="1099" b="0" i="0">
                <a:solidFill>
                  <a:srgbClr val="000000"/>
                </a:solidFill>
              </a:rPr>
              <a:t>actively </a:t>
            </a:r>
            <a:r>
              <a:rPr sz="1099" b="0" i="0">
                <a:solidFill>
                  <a:srgbClr val="000000"/>
                </a:solidFill>
              </a:rPr>
              <a:t>seek </a:t>
            </a:r>
            <a:r>
              <a:rPr sz="1099" b="0" i="0">
                <a:solidFill>
                  <a:srgbClr val="000000"/>
                </a:solidFill>
              </a:rPr>
              <a:t>opportunities </a:t>
            </a:r>
            <a:r>
              <a:rPr sz="1099" b="0" i="0">
                <a:solidFill>
                  <a:srgbClr val="000000"/>
                </a:solidFill>
              </a:rPr>
              <a:t>to </a:t>
            </a:r>
            <a:r>
              <a:rPr sz="1099" b="0" i="0">
                <a:solidFill>
                  <a:srgbClr val="000000"/>
                </a:solidFill>
              </a:rPr>
              <a:t>expand </a:t>
            </a:r>
            <a:r>
              <a:rPr sz="1099" b="0" i="0">
                <a:solidFill>
                  <a:srgbClr val="000000"/>
                </a:solidFill>
              </a:rPr>
              <a:t>my </a:t>
            </a:r>
            <a:r>
              <a:rPr sz="1099" b="0" i="0">
                <a:solidFill>
                  <a:srgbClr val="000000"/>
                </a:solidFill>
              </a:rPr>
              <a:t>skill </a:t>
            </a:r>
            <a:r>
              <a:rPr sz="1099" b="0" i="0">
                <a:solidFill>
                  <a:srgbClr val="000000"/>
                </a:solidFill>
              </a:rPr>
              <a:t>set </a:t>
            </a:r>
            <a:r>
              <a:rPr sz="1099" b="0" i="0">
                <a:solidFill>
                  <a:srgbClr val="000000"/>
                </a:solidFill>
              </a:rPr>
              <a:t>and </a:t>
            </a:r>
            <a:r>
              <a:rPr sz="1099" b="0" i="0">
                <a:solidFill>
                  <a:srgbClr val="000000"/>
                </a:solidFill>
              </a:rPr>
              <a:t>gain </a:t>
            </a:r>
            <a:r>
              <a:rPr sz="1099" b="0" i="0">
                <a:solidFill>
                  <a:srgbClr val="000000"/>
                </a:solidFill>
              </a:rPr>
              <a:t>new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97142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knowledge </a:t>
            </a:r>
            <a:r>
              <a:rPr sz="1099" b="0" i="0">
                <a:solidFill>
                  <a:srgbClr val="000000"/>
                </a:solidFill>
              </a:rPr>
              <a:t>while </a:t>
            </a:r>
            <a:r>
              <a:rPr sz="1099" b="0" i="0">
                <a:solidFill>
                  <a:srgbClr val="000000"/>
                </a:solidFill>
              </a:rPr>
              <a:t>refining </a:t>
            </a:r>
            <a:r>
              <a:rPr sz="1099" b="0" i="0">
                <a:solidFill>
                  <a:srgbClr val="000000"/>
                </a:solidFill>
              </a:rPr>
              <a:t>my </a:t>
            </a:r>
            <a:r>
              <a:rPr sz="1099" b="0" i="0">
                <a:solidFill>
                  <a:srgbClr val="000000"/>
                </a:solidFill>
              </a:rPr>
              <a:t>abilities </a:t>
            </a:r>
            <a:r>
              <a:rPr sz="1099" b="0" i="0">
                <a:solidFill>
                  <a:srgbClr val="000000"/>
                </a:solidFill>
              </a:rPr>
              <a:t>to </a:t>
            </a:r>
            <a:r>
              <a:rPr sz="1099" b="0" i="0">
                <a:solidFill>
                  <a:srgbClr val="000000"/>
                </a:solidFill>
              </a:rPr>
              <a:t>align </a:t>
            </a:r>
            <a:r>
              <a:rPr sz="1099" b="0" i="0">
                <a:solidFill>
                  <a:srgbClr val="000000"/>
                </a:solidFill>
              </a:rPr>
              <a:t>with </a:t>
            </a:r>
            <a:r>
              <a:rPr sz="1099" b="0" i="0">
                <a:solidFill>
                  <a:srgbClr val="000000"/>
                </a:solidFill>
              </a:rPr>
              <a:t>my </a:t>
            </a:r>
            <a:r>
              <a:rPr sz="1099" b="0" i="0">
                <a:solidFill>
                  <a:srgbClr val="000000"/>
                </a:solidFill>
              </a:rPr>
              <a:t>future </a:t>
            </a:r>
            <a:r>
              <a:rPr sz="1099" b="0" i="0">
                <a:solidFill>
                  <a:srgbClr val="000000"/>
                </a:solidFill>
              </a:rPr>
              <a:t>aspirations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52316"/>
            <a:ext cx="7315200" cy="2476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99" b="1" i="0">
                <a:solidFill>
                  <a:srgbClr val="000000"/>
                </a:solidFill>
              </a:rPr>
              <a:t>WORK </a:t>
            </a:r>
            <a:r>
              <a:rPr sz="1299" b="1" i="0">
                <a:solidFill>
                  <a:srgbClr val="000000"/>
                </a:solidFill>
              </a:rPr>
              <a:t>EXPERIENCE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45638"/>
            <a:ext cx="7315200" cy="2476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99" b="1" i="0">
                <a:solidFill>
                  <a:srgbClr val="000000"/>
                </a:solidFill>
              </a:rPr>
              <a:t>EDUCATION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38960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1" i="0">
                <a:solidFill>
                  <a:srgbClr val="000000"/>
                </a:solidFill>
              </a:rPr>
              <a:t>Bachelor </a:t>
            </a:r>
            <a:r>
              <a:rPr sz="1099" b="1" i="0">
                <a:solidFill>
                  <a:srgbClr val="000000"/>
                </a:solidFill>
              </a:rPr>
              <a:t>in </a:t>
            </a:r>
            <a:r>
              <a:rPr sz="1099" b="1" i="0">
                <a:solidFill>
                  <a:srgbClr val="000000"/>
                </a:solidFill>
              </a:rPr>
              <a:t>Computer </a:t>
            </a:r>
            <a:r>
              <a:rPr sz="1099" b="1" i="0">
                <a:solidFill>
                  <a:srgbClr val="000000"/>
                </a:solidFill>
              </a:rPr>
              <a:t>Science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94134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Szabist </a:t>
            </a:r>
            <a:r>
              <a:rPr sz="1099" b="0" i="0">
                <a:solidFill>
                  <a:srgbClr val="000000"/>
                </a:solidFill>
              </a:rPr>
              <a:t>University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49308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7 </a:t>
            </a:r>
            <a:r>
              <a:rPr sz="1099" b="0" i="0">
                <a:solidFill>
                  <a:srgbClr val="000000"/>
                </a:solidFill>
              </a:rPr>
              <a:t>semester </a:t>
            </a:r>
            <a:r>
              <a:rPr sz="660" b="0" i="0">
                <a:solidFill>
                  <a:srgbClr val="000000"/>
                </a:solidFill>
              </a:rPr>
              <a:t>th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04482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B2B </a:t>
            </a:r>
            <a:r>
              <a:rPr sz="1099" b="0" i="0">
                <a:solidFill>
                  <a:srgbClr val="000000"/>
                </a:solidFill>
              </a:rPr>
              <a:t>platform </a:t>
            </a:r>
            <a:r>
              <a:rPr sz="1099" b="0" i="0">
                <a:solidFill>
                  <a:srgbClr val="000000"/>
                </a:solidFill>
              </a:rPr>
              <a:t>for </a:t>
            </a:r>
            <a:r>
              <a:rPr sz="1099" b="0" i="0">
                <a:solidFill>
                  <a:srgbClr val="000000"/>
                </a:solidFill>
              </a:rPr>
              <a:t>wharehouse.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59656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1" i="0">
                <a:solidFill>
                  <a:srgbClr val="000000"/>
                </a:solidFill>
              </a:rPr>
              <a:t>feb2021 </a:t>
            </a:r>
            <a:r>
              <a:rPr sz="1099" b="1" i="0">
                <a:solidFill>
                  <a:srgbClr val="000000"/>
                </a:solidFill>
              </a:rPr>
              <a:t>- </a:t>
            </a:r>
            <a:r>
              <a:rPr sz="1099" b="1" i="0">
                <a:solidFill>
                  <a:srgbClr val="000000"/>
                </a:solidFill>
              </a:rPr>
              <a:t>feb </a:t>
            </a:r>
            <a:r>
              <a:rPr sz="1099" b="1" i="0">
                <a:solidFill>
                  <a:srgbClr val="000000"/>
                </a:solidFill>
              </a:rPr>
              <a:t>2026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14830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Pixel </a:t>
            </a:r>
            <a:r>
              <a:rPr sz="1099" b="0" i="0">
                <a:solidFill>
                  <a:srgbClr val="000000"/>
                </a:solidFill>
              </a:rPr>
              <a:t>Animator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70004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Working </a:t>
            </a:r>
            <a:r>
              <a:rPr sz="1099" b="0" i="0">
                <a:solidFill>
                  <a:srgbClr val="000000"/>
                </a:solidFill>
              </a:rPr>
              <a:t>as </a:t>
            </a:r>
            <a:r>
              <a:rPr sz="1099" b="0" i="0">
                <a:solidFill>
                  <a:srgbClr val="000000"/>
                </a:solidFill>
              </a:rPr>
              <a:t>a </a:t>
            </a:r>
            <a:r>
              <a:rPr sz="1099" b="0" i="0">
                <a:solidFill>
                  <a:srgbClr val="000000"/>
                </a:solidFill>
              </a:rPr>
              <a:t>2D </a:t>
            </a:r>
            <a:r>
              <a:rPr sz="1099" b="0" i="0">
                <a:solidFill>
                  <a:srgbClr val="000000"/>
                </a:solidFill>
              </a:rPr>
              <a:t>animator </a:t>
            </a:r>
            <a:r>
              <a:rPr sz="1099" b="0" i="0">
                <a:solidFill>
                  <a:srgbClr val="000000"/>
                </a:solidFill>
              </a:rPr>
              <a:t>in </a:t>
            </a:r>
            <a:r>
              <a:rPr sz="1099" b="0" i="0">
                <a:solidFill>
                  <a:srgbClr val="000000"/>
                </a:solidFill>
              </a:rPr>
              <a:t>pixel </a:t>
            </a:r>
            <a:r>
              <a:rPr sz="1099" b="0" i="0">
                <a:solidFill>
                  <a:srgbClr val="000000"/>
                </a:solidFill>
              </a:rPr>
              <a:t>art </a:t>
            </a:r>
            <a:r>
              <a:rPr sz="1099" b="0" i="0">
                <a:solidFill>
                  <a:srgbClr val="000000"/>
                </a:solidFill>
              </a:rPr>
              <a:t>and </a:t>
            </a:r>
            <a:r>
              <a:rPr sz="1099" b="0" i="0">
                <a:solidFill>
                  <a:srgbClr val="000000"/>
                </a:solidFill>
              </a:rPr>
              <a:t>game </a:t>
            </a:r>
            <a:r>
              <a:rPr sz="1099" b="0" i="0">
                <a:solidFill>
                  <a:srgbClr val="000000"/>
                </a:solidFill>
              </a:rPr>
              <a:t>assets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25178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Working </a:t>
            </a:r>
            <a:r>
              <a:rPr sz="1099" b="0" i="0">
                <a:solidFill>
                  <a:srgbClr val="000000"/>
                </a:solidFill>
              </a:rPr>
              <a:t>on </a:t>
            </a:r>
            <a:r>
              <a:rPr sz="1099" b="0" i="0">
                <a:solidFill>
                  <a:srgbClr val="000000"/>
                </a:solidFill>
              </a:rPr>
              <a:t>Fiverr </a:t>
            </a:r>
            <a:r>
              <a:rPr sz="1099" b="0" i="0">
                <a:solidFill>
                  <a:srgbClr val="000000"/>
                </a:solidFill>
              </a:rPr>
              <a:t>since </a:t>
            </a:r>
            <a:r>
              <a:rPr sz="1099" b="0" i="0">
                <a:solidFill>
                  <a:srgbClr val="000000"/>
                </a:solidFill>
              </a:rPr>
              <a:t>2020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80352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1" i="0">
                <a:solidFill>
                  <a:srgbClr val="000000"/>
                </a:solidFill>
              </a:rPr>
              <a:t>Fiverr.com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35526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1" i="0">
                <a:solidFill>
                  <a:srgbClr val="000000"/>
                </a:solidFill>
              </a:rPr>
              <a:t>Oct </a:t>
            </a:r>
            <a:r>
              <a:rPr sz="1099" b="1" i="0">
                <a:solidFill>
                  <a:srgbClr val="000000"/>
                </a:solidFill>
              </a:rPr>
              <a:t>2021 </a:t>
            </a:r>
            <a:r>
              <a:rPr sz="1099" b="1" i="0">
                <a:solidFill>
                  <a:srgbClr val="000000"/>
                </a:solidFill>
              </a:rPr>
              <a:t>- </a:t>
            </a:r>
            <a:r>
              <a:rPr sz="1099" b="1" i="0">
                <a:solidFill>
                  <a:srgbClr val="000000"/>
                </a:solidFill>
              </a:rPr>
              <a:t>Present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90700"/>
            <a:ext cx="7315200" cy="2476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99" b="1" i="0">
                <a:solidFill>
                  <a:srgbClr val="000000"/>
                </a:solidFill>
              </a:rPr>
              <a:t>CERTIFICATION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1" i="0">
                <a:solidFill>
                  <a:srgbClr val="000000"/>
                </a:solidFill>
              </a:rPr>
              <a:t>Full-Stacks: </a:t>
            </a:r>
            <a:r>
              <a:rPr sz="1099" b="0" i="0">
                <a:solidFill>
                  <a:srgbClr val="000000"/>
                </a:solidFill>
              </a:rPr>
              <a:t>(NAVTTC) </a:t>
            </a:r>
            <a:r>
              <a:rPr sz="1099" b="0" i="0">
                <a:solidFill>
                  <a:srgbClr val="000000"/>
                </a:solidFill>
              </a:rPr>
              <a:t>done </a:t>
            </a:r>
            <a:r>
              <a:rPr sz="1099" b="0" i="0">
                <a:solidFill>
                  <a:srgbClr val="000000"/>
                </a:solidFill>
              </a:rPr>
              <a:t>3-months </a:t>
            </a:r>
            <a:r>
              <a:rPr sz="1099" b="0" i="0">
                <a:solidFill>
                  <a:srgbClr val="000000"/>
                </a:solidFill>
              </a:rPr>
              <a:t>full </a:t>
            </a:r>
            <a:r>
              <a:rPr sz="1099" b="0" i="0">
                <a:solidFill>
                  <a:srgbClr val="000000"/>
                </a:solidFill>
              </a:rPr>
              <a:t>stack </a:t>
            </a:r>
            <a:r>
              <a:rPr sz="1099" b="0" i="0">
                <a:solidFill>
                  <a:srgbClr val="000000"/>
                </a:solidFill>
              </a:rPr>
              <a:t>course </a:t>
            </a:r>
            <a:r>
              <a:rPr sz="1099" b="0" i="0">
                <a:solidFill>
                  <a:srgbClr val="000000"/>
                </a:solidFill>
              </a:rPr>
              <a:t>with </a:t>
            </a:r>
            <a:r>
              <a:rPr sz="1099" b="0" i="0">
                <a:solidFill>
                  <a:srgbClr val="000000"/>
                </a:solidFill>
              </a:rPr>
              <a:t>the </a:t>
            </a:r>
            <a:r>
              <a:rPr sz="1099" b="0" i="0">
                <a:solidFill>
                  <a:srgbClr val="000000"/>
                </a:solidFill>
              </a:rPr>
              <a:t>company </a:t>
            </a:r>
            <a:r>
              <a:rPr sz="1099" b="0" i="0">
                <a:solidFill>
                  <a:srgbClr val="000000"/>
                </a:solidFill>
              </a:rPr>
              <a:t>leadership.com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69574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1" i="0">
                <a:solidFill>
                  <a:srgbClr val="000000"/>
                </a:solidFill>
              </a:rPr>
              <a:t>google-ads: </a:t>
            </a:r>
            <a:r>
              <a:rPr sz="1099" b="0" i="0">
                <a:solidFill>
                  <a:srgbClr val="000000"/>
                </a:solidFill>
              </a:rPr>
              <a:t>done </a:t>
            </a:r>
            <a:r>
              <a:rPr sz="1099" b="0" i="0">
                <a:solidFill>
                  <a:srgbClr val="000000"/>
                </a:solidFill>
              </a:rPr>
              <a:t>1-month </a:t>
            </a:r>
            <a:r>
              <a:rPr sz="1099" b="0" i="0">
                <a:solidFill>
                  <a:srgbClr val="000000"/>
                </a:solidFill>
              </a:rPr>
              <a:t>google </a:t>
            </a:r>
            <a:r>
              <a:rPr sz="1099" b="0" i="0">
                <a:solidFill>
                  <a:srgbClr val="000000"/>
                </a:solidFill>
              </a:rPr>
              <a:t>ads </a:t>
            </a:r>
            <a:r>
              <a:rPr sz="1099" b="0" i="0">
                <a:solidFill>
                  <a:srgbClr val="000000"/>
                </a:solidFill>
              </a:rPr>
              <a:t>campaign. </a:t>
            </a:r>
            <a:r>
              <a:rPr sz="1099" b="0" i="0">
                <a:solidFill>
                  <a:srgbClr val="000000"/>
                </a:solidFill>
              </a:rPr>
              <a:t>running </a:t>
            </a:r>
            <a:r>
              <a:rPr sz="1099" b="0" i="0">
                <a:solidFill>
                  <a:srgbClr val="000000"/>
                </a:solidFill>
              </a:rPr>
              <a:t>google </a:t>
            </a:r>
            <a:r>
              <a:rPr sz="1099" b="0" i="0">
                <a:solidFill>
                  <a:srgbClr val="000000"/>
                </a:solidFill>
              </a:rPr>
              <a:t>campaign </a:t>
            </a:r>
            <a:r>
              <a:rPr sz="1099" b="0" i="0">
                <a:solidFill>
                  <a:srgbClr val="000000"/>
                </a:solidFill>
              </a:rPr>
              <a:t>ads </a:t>
            </a:r>
            <a:r>
              <a:rPr sz="1099" b="0" i="0">
                <a:solidFill>
                  <a:srgbClr val="000000"/>
                </a:solidFill>
              </a:rPr>
              <a:t>on </a:t>
            </a:r>
            <a:r>
              <a:rPr sz="1099" b="0" i="0">
                <a:solidFill>
                  <a:srgbClr val="000000"/>
                </a:solidFill>
              </a:rPr>
              <a:t>e-mails,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24748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youtube </a:t>
            </a:r>
            <a:r>
              <a:rPr sz="1099" b="0" i="0">
                <a:solidFill>
                  <a:srgbClr val="000000"/>
                </a:solidFill>
              </a:rPr>
              <a:t>intervals, </a:t>
            </a:r>
            <a:r>
              <a:rPr sz="1099" b="0" i="0">
                <a:solidFill>
                  <a:srgbClr val="000000"/>
                </a:solidFill>
              </a:rPr>
              <a:t>poster </a:t>
            </a:r>
            <a:r>
              <a:rPr sz="1099" b="0" i="0">
                <a:solidFill>
                  <a:srgbClr val="000000"/>
                </a:solidFill>
              </a:rPr>
              <a:t>ads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79922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1" i="0">
                <a:solidFill>
                  <a:srgbClr val="000000"/>
                </a:solidFill>
              </a:rPr>
              <a:t>Transcription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5096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Translator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0270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Media </a:t>
            </a:r>
            <a:r>
              <a:rPr sz="1099" b="0" i="0">
                <a:solidFill>
                  <a:srgbClr val="000000"/>
                </a:solidFill>
              </a:rPr>
              <a:t>transcription </a:t>
            </a:r>
            <a:r>
              <a:rPr sz="1099" b="0" i="0">
                <a:solidFill>
                  <a:srgbClr val="000000"/>
                </a:solidFill>
              </a:rPr>
              <a:t>company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45444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Worked </a:t>
            </a:r>
            <a:r>
              <a:rPr sz="1099" b="0" i="0">
                <a:solidFill>
                  <a:srgbClr val="000000"/>
                </a:solidFill>
              </a:rPr>
              <a:t>as </a:t>
            </a:r>
            <a:r>
              <a:rPr sz="1099" b="0" i="0">
                <a:solidFill>
                  <a:srgbClr val="000000"/>
                </a:solidFill>
              </a:rPr>
              <a:t>a </a:t>
            </a:r>
            <a:r>
              <a:rPr sz="1099" b="0" i="0">
                <a:solidFill>
                  <a:srgbClr val="000000"/>
                </a:solidFill>
              </a:rPr>
              <a:t>translator </a:t>
            </a:r>
            <a:r>
              <a:rPr sz="1099" b="0" i="0">
                <a:solidFill>
                  <a:srgbClr val="000000"/>
                </a:solidFill>
              </a:rPr>
              <a:t>to </a:t>
            </a:r>
            <a:r>
              <a:rPr sz="1099" b="0" i="0">
                <a:solidFill>
                  <a:srgbClr val="000000"/>
                </a:solidFill>
              </a:rPr>
              <a:t>translate </a:t>
            </a:r>
            <a:r>
              <a:rPr sz="1099" b="0" i="0">
                <a:solidFill>
                  <a:srgbClr val="000000"/>
                </a:solidFill>
              </a:rPr>
              <a:t>dramas, </a:t>
            </a:r>
            <a:r>
              <a:rPr sz="1099" b="0" i="0">
                <a:solidFill>
                  <a:srgbClr val="000000"/>
                </a:solidFill>
              </a:rPr>
              <a:t>series, </a:t>
            </a:r>
            <a:r>
              <a:rPr sz="1099" b="0" i="0">
                <a:solidFill>
                  <a:srgbClr val="000000"/>
                </a:solidFill>
              </a:rPr>
              <a:t>films </a:t>
            </a:r>
            <a:r>
              <a:rPr sz="1099" b="0" i="0">
                <a:solidFill>
                  <a:srgbClr val="000000"/>
                </a:solidFill>
              </a:rPr>
              <a:t>into </a:t>
            </a:r>
            <a:r>
              <a:rPr sz="1099" b="0" i="0">
                <a:solidFill>
                  <a:srgbClr val="000000"/>
                </a:solidFill>
              </a:rPr>
              <a:t>different </a:t>
            </a:r>
            <a:r>
              <a:rPr sz="1099" b="0" i="0">
                <a:solidFill>
                  <a:srgbClr val="000000"/>
                </a:solidFill>
              </a:rPr>
              <a:t>languages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00618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Converting </a:t>
            </a:r>
            <a:r>
              <a:rPr sz="1099" b="0" i="0">
                <a:solidFill>
                  <a:srgbClr val="000000"/>
                </a:solidFill>
              </a:rPr>
              <a:t>audio </a:t>
            </a:r>
            <a:r>
              <a:rPr sz="1099" b="0" i="0">
                <a:solidFill>
                  <a:srgbClr val="000000"/>
                </a:solidFill>
              </a:rPr>
              <a:t>clips </a:t>
            </a:r>
            <a:r>
              <a:rPr sz="1099" b="0" i="0">
                <a:solidFill>
                  <a:srgbClr val="000000"/>
                </a:solidFill>
              </a:rPr>
              <a:t>into </a:t>
            </a:r>
            <a:r>
              <a:rPr sz="1099" b="0" i="0">
                <a:solidFill>
                  <a:srgbClr val="000000"/>
                </a:solidFill>
              </a:rPr>
              <a:t>subtitles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55792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1" i="0">
                <a:solidFill>
                  <a:srgbClr val="000000"/>
                </a:solidFill>
              </a:rPr>
              <a:t>jun </a:t>
            </a:r>
            <a:r>
              <a:rPr sz="1099" b="1" i="0">
                <a:solidFill>
                  <a:srgbClr val="000000"/>
                </a:solidFill>
              </a:rPr>
              <a:t>2024 </a:t>
            </a:r>
            <a:r>
              <a:rPr sz="1099" b="1" i="0">
                <a:solidFill>
                  <a:srgbClr val="000000"/>
                </a:solidFill>
              </a:rPr>
              <a:t>- </a:t>
            </a:r>
            <a:r>
              <a:rPr sz="1099" b="1" i="0">
                <a:solidFill>
                  <a:srgbClr val="000000"/>
                </a:solidFill>
              </a:rPr>
              <a:t>Aug </a:t>
            </a:r>
            <a:r>
              <a:rPr sz="1099" b="1" i="0">
                <a:solidFill>
                  <a:srgbClr val="000000"/>
                </a:solidFill>
              </a:rPr>
              <a:t>2024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10966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1" i="0">
                <a:solidFill>
                  <a:srgbClr val="000000"/>
                </a:solidFill>
              </a:rPr>
              <a:t>FSC </a:t>
            </a:r>
            <a:r>
              <a:rPr sz="1099" b="1" i="0">
                <a:solidFill>
                  <a:srgbClr val="000000"/>
                </a:solidFill>
              </a:rPr>
              <a:t>: </a:t>
            </a:r>
            <a:r>
              <a:rPr sz="1099" b="1" i="0">
                <a:solidFill>
                  <a:srgbClr val="000000"/>
                </a:solidFill>
              </a:rPr>
              <a:t>Pre-Engineering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66140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KIPS </a:t>
            </a:r>
            <a:r>
              <a:rPr sz="1099" b="0" i="0">
                <a:solidFill>
                  <a:srgbClr val="000000"/>
                </a:solidFill>
              </a:rPr>
              <a:t>College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21314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1" i="0">
                <a:solidFill>
                  <a:srgbClr val="000000"/>
                </a:solidFill>
              </a:rPr>
              <a:t>Aug </a:t>
            </a:r>
            <a:r>
              <a:rPr sz="1099" b="1" i="0">
                <a:solidFill>
                  <a:srgbClr val="000000"/>
                </a:solidFill>
              </a:rPr>
              <a:t>2018 </a:t>
            </a:r>
            <a:r>
              <a:rPr sz="1099" b="1" i="0">
                <a:solidFill>
                  <a:srgbClr val="000000"/>
                </a:solidFill>
              </a:rPr>
              <a:t>- </a:t>
            </a:r>
            <a:r>
              <a:rPr sz="1099" b="1" i="0">
                <a:solidFill>
                  <a:srgbClr val="000000"/>
                </a:solidFill>
              </a:rPr>
              <a:t>Aug </a:t>
            </a:r>
            <a:r>
              <a:rPr sz="1099" b="1" i="0">
                <a:solidFill>
                  <a:srgbClr val="000000"/>
                </a:solidFill>
              </a:rPr>
              <a:t>2021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6488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• </a:t>
            </a:r>
            <a:r>
              <a:rPr sz="1099" b="0" i="0">
                <a:solidFill>
                  <a:srgbClr val="000000"/>
                </a:solidFill>
              </a:rPr>
              <a:t>0342-0529206 </a:t>
            </a:r>
            <a:r>
              <a:rPr sz="1099" b="0" i="0">
                <a:solidFill>
                  <a:srgbClr val="000000"/>
                </a:solidFill>
              </a:rPr>
              <a:t>• </a:t>
            </a:r>
            <a:r>
              <a:rPr sz="1099" b="0" i="0">
                <a:solidFill>
                  <a:srgbClr val="000000"/>
                </a:solidFill>
              </a:rPr>
              <a:t>haseebkhan645411@gmail.com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31662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Front-end </a:t>
            </a:r>
            <a:r>
              <a:rPr sz="1099" b="0" i="0">
                <a:solidFill>
                  <a:srgbClr val="000000"/>
                </a:solidFill>
              </a:rPr>
              <a:t>Back-end </a:t>
            </a:r>
            <a:r>
              <a:rPr sz="1099" b="0" i="0">
                <a:solidFill>
                  <a:srgbClr val="000000"/>
                </a:solidFill>
              </a:rPr>
              <a:t>developer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6836"/>
            <a:ext cx="7315200" cy="2476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99" b="1" i="0">
                <a:solidFill>
                  <a:srgbClr val="000000"/>
                </a:solidFill>
              </a:rPr>
              <a:t>SKILLS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80158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Google-ads,HTML,CSS,JavaScript,Node.js,Bootstrap,React,C/C++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35332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SQL,Python,Kotlin,swyft,java(oop)(GUI),2d-Animation.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90506"/>
            <a:ext cx="7315200" cy="2476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99" b="1" i="0">
                <a:solidFill>
                  <a:srgbClr val="000000"/>
                </a:solidFill>
              </a:rPr>
              <a:t>LANGUAGES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83828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English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Urdu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69574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0" i="0">
                <a:solidFill>
                  <a:srgbClr val="000000"/>
                </a:solidFill>
              </a:rPr>
              <a:t>German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