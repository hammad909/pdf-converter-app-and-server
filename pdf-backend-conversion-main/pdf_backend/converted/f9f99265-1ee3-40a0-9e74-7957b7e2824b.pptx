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977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87" b="1" i="0">
                <a:solidFill>
                  <a:srgbClr val="000000"/>
                </a:solidFill>
              </a:rPr>
              <a:t>Questionnaire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57883"/>
            <a:ext cx="7315200" cy="2674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3" b="0" i="1">
                <a:solidFill>
                  <a:srgbClr val="000000"/>
                </a:solidFill>
              </a:rPr>
              <a:t>Dear </a:t>
            </a:r>
            <a:r>
              <a:rPr sz="1403" b="0" i="1">
                <a:solidFill>
                  <a:srgbClr val="000000"/>
                </a:solidFill>
              </a:rPr>
              <a:t>Candidate, </a:t>
            </a:r>
            <a:r>
              <a:rPr sz="1403" b="0" i="1">
                <a:solidFill>
                  <a:srgbClr val="000000"/>
                </a:solidFill>
              </a:rPr>
              <a:t>kindly </a:t>
            </a:r>
            <a:r>
              <a:rPr sz="1403" b="0" i="1">
                <a:solidFill>
                  <a:srgbClr val="000000"/>
                </a:solidFill>
              </a:rPr>
              <a:t>complete </a:t>
            </a:r>
            <a:r>
              <a:rPr sz="1403" b="0" i="1">
                <a:solidFill>
                  <a:srgbClr val="000000"/>
                </a:solidFill>
              </a:rPr>
              <a:t>the </a:t>
            </a:r>
            <a:r>
              <a:rPr sz="1403" b="0" i="1">
                <a:solidFill>
                  <a:srgbClr val="000000"/>
                </a:solidFill>
              </a:rPr>
              <a:t>attached </a:t>
            </a:r>
            <a:r>
              <a:rPr sz="1403" b="0" i="1">
                <a:solidFill>
                  <a:srgbClr val="000000"/>
                </a:solidFill>
              </a:rPr>
              <a:t>form </a:t>
            </a:r>
            <a:r>
              <a:rPr sz="1403" b="0" i="1">
                <a:solidFill>
                  <a:srgbClr val="000000"/>
                </a:solidFill>
              </a:rPr>
              <a:t>and </a:t>
            </a:r>
            <a:r>
              <a:rPr sz="1403" b="0" i="1">
                <a:solidFill>
                  <a:srgbClr val="000000"/>
                </a:solidFill>
              </a:rPr>
              <a:t>include </a:t>
            </a:r>
            <a:r>
              <a:rPr sz="1403" b="0" i="1">
                <a:solidFill>
                  <a:srgbClr val="000000"/>
                </a:solidFill>
              </a:rPr>
              <a:t>it </a:t>
            </a:r>
            <a:r>
              <a:rPr sz="1403" b="0" i="1">
                <a:solidFill>
                  <a:srgbClr val="000000"/>
                </a:solidFill>
              </a:rPr>
              <a:t>in </a:t>
            </a:r>
            <a:r>
              <a:rPr sz="1403" b="0" i="1">
                <a:solidFill>
                  <a:srgbClr val="000000"/>
                </a:solidFill>
              </a:rPr>
              <a:t>your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71064"/>
            <a:ext cx="7315200" cy="2674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3" b="0" i="1">
                <a:solidFill>
                  <a:srgbClr val="000000"/>
                </a:solidFill>
              </a:rPr>
              <a:t>email </a:t>
            </a:r>
            <a:r>
              <a:rPr sz="1403" b="0" i="1">
                <a:solidFill>
                  <a:srgbClr val="000000"/>
                </a:solidFill>
              </a:rPr>
              <a:t>response.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84245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Name: </a:t>
            </a:r>
            <a:r>
              <a:rPr sz="1187" b="1" i="0">
                <a:solidFill>
                  <a:srgbClr val="000000"/>
                </a:solidFill>
              </a:rPr>
              <a:t>ABDUL </a:t>
            </a:r>
            <a:r>
              <a:rPr sz="1187" b="1" i="0">
                <a:solidFill>
                  <a:srgbClr val="000000"/>
                </a:solidFill>
              </a:rPr>
              <a:t>HASEEB </a:t>
            </a:r>
            <a:r>
              <a:rPr sz="1187" b="1" i="0">
                <a:solidFill>
                  <a:srgbClr val="000000"/>
                </a:solidFill>
              </a:rPr>
              <a:t>KHAN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6278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Gender: </a:t>
            </a:r>
            <a:r>
              <a:rPr sz="1187" b="1" i="0">
                <a:solidFill>
                  <a:srgbClr val="000000"/>
                </a:solidFill>
              </a:rPr>
              <a:t>MALE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28311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Email </a:t>
            </a:r>
            <a:r>
              <a:rPr sz="1187" b="1" i="0">
                <a:solidFill>
                  <a:srgbClr val="000000"/>
                </a:solidFill>
              </a:rPr>
              <a:t>Address: </a:t>
            </a:r>
            <a:r>
              <a:rPr sz="1187" b="1" i="0">
                <a:solidFill>
                  <a:srgbClr val="000000"/>
                </a:solidFill>
              </a:rPr>
              <a:t>haseebkhan645411@gmail.com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0344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Alternative </a:t>
            </a:r>
            <a:r>
              <a:rPr sz="1188" b="1" i="0">
                <a:solidFill>
                  <a:srgbClr val="000000"/>
                </a:solidFill>
              </a:rPr>
              <a:t>Email </a:t>
            </a:r>
            <a:r>
              <a:rPr sz="1188" b="1" i="0">
                <a:solidFill>
                  <a:srgbClr val="000000"/>
                </a:solidFill>
              </a:rPr>
              <a:t>Address </a:t>
            </a:r>
            <a:r>
              <a:rPr sz="1188" b="1" i="0">
                <a:solidFill>
                  <a:srgbClr val="000000"/>
                </a:solidFill>
              </a:rPr>
              <a:t>(if </a:t>
            </a:r>
            <a:r>
              <a:rPr sz="1188" b="1" i="0">
                <a:solidFill>
                  <a:srgbClr val="000000"/>
                </a:solidFill>
              </a:rPr>
              <a:t>applicable):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72378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Contact </a:t>
            </a:r>
            <a:r>
              <a:rPr sz="1188" b="1" i="0">
                <a:solidFill>
                  <a:srgbClr val="000000"/>
                </a:solidFill>
              </a:rPr>
              <a:t>Number: </a:t>
            </a:r>
            <a:r>
              <a:rPr sz="1188" b="1" i="0">
                <a:solidFill>
                  <a:srgbClr val="000000"/>
                </a:solidFill>
              </a:rPr>
              <a:t>03420529206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4412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LinkedIn </a:t>
            </a:r>
            <a:r>
              <a:rPr sz="1188" b="1" i="0">
                <a:solidFill>
                  <a:srgbClr val="000000"/>
                </a:solidFill>
              </a:rPr>
              <a:t>URL: </a:t>
            </a:r>
            <a:r>
              <a:rPr sz="1188" b="1" i="0">
                <a:solidFill>
                  <a:srgbClr val="000000"/>
                </a:solidFill>
              </a:rPr>
              <a:t>https://www.linkedin.com/in/haseeb-khan-32008a233/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6446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Current </a:t>
            </a:r>
            <a:r>
              <a:rPr sz="1188" b="1" i="0">
                <a:solidFill>
                  <a:srgbClr val="000000"/>
                </a:solidFill>
              </a:rPr>
              <a:t>country </a:t>
            </a:r>
            <a:r>
              <a:rPr sz="1188" b="1" i="0">
                <a:solidFill>
                  <a:srgbClr val="000000"/>
                </a:solidFill>
              </a:rPr>
              <a:t>of </a:t>
            </a:r>
            <a:r>
              <a:rPr sz="1188" b="1" i="0">
                <a:solidFill>
                  <a:srgbClr val="000000"/>
                </a:solidFill>
              </a:rPr>
              <a:t>residence: </a:t>
            </a:r>
            <a:r>
              <a:rPr sz="1188" b="1" i="0">
                <a:solidFill>
                  <a:srgbClr val="000000"/>
                </a:solidFill>
              </a:rPr>
              <a:t>Pakistan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8480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Your </a:t>
            </a:r>
            <a:r>
              <a:rPr sz="1188" b="1" i="0">
                <a:solidFill>
                  <a:srgbClr val="000000"/>
                </a:solidFill>
              </a:rPr>
              <a:t>Status </a:t>
            </a:r>
            <a:r>
              <a:rPr sz="1188" b="1" i="0">
                <a:solidFill>
                  <a:srgbClr val="000000"/>
                </a:solidFill>
              </a:rPr>
              <a:t>in </a:t>
            </a:r>
            <a:r>
              <a:rPr sz="1188" b="1" i="0">
                <a:solidFill>
                  <a:srgbClr val="000000"/>
                </a:solidFill>
              </a:rPr>
              <a:t>the </a:t>
            </a:r>
            <a:r>
              <a:rPr sz="1188" b="1" i="0">
                <a:solidFill>
                  <a:srgbClr val="000000"/>
                </a:solidFill>
              </a:rPr>
              <a:t>Country </a:t>
            </a:r>
            <a:r>
              <a:rPr sz="1188" b="1" i="0">
                <a:solidFill>
                  <a:srgbClr val="000000"/>
                </a:solidFill>
              </a:rPr>
              <a:t>of </a:t>
            </a:r>
            <a:r>
              <a:rPr sz="1188" b="1" i="0">
                <a:solidFill>
                  <a:srgbClr val="000000"/>
                </a:solidFill>
              </a:rPr>
              <a:t>residence </a:t>
            </a:r>
            <a:r>
              <a:rPr sz="1188" b="1" i="0">
                <a:solidFill>
                  <a:srgbClr val="000000"/>
                </a:solidFill>
              </a:rPr>
              <a:t>(Please </a:t>
            </a:r>
            <a:r>
              <a:rPr sz="1188" b="1" i="0">
                <a:solidFill>
                  <a:srgbClr val="000000"/>
                </a:solidFill>
              </a:rPr>
              <a:t>specify </a:t>
            </a:r>
            <a:r>
              <a:rPr sz="1188" b="1" i="0">
                <a:solidFill>
                  <a:srgbClr val="000000"/>
                </a:solidFill>
              </a:rPr>
              <a:t>Citizen, </a:t>
            </a:r>
            <a:r>
              <a:rPr sz="1188" b="1" i="0">
                <a:solidFill>
                  <a:srgbClr val="000000"/>
                </a:solidFill>
              </a:rPr>
              <a:t>Immigrant, </a:t>
            </a:r>
            <a:r>
              <a:rPr sz="1188" b="1" i="0">
                <a:solidFill>
                  <a:srgbClr val="000000"/>
                </a:solidFill>
              </a:rPr>
              <a:t>Visa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14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Student, </a:t>
            </a:r>
            <a:r>
              <a:rPr sz="1188" b="1" i="0">
                <a:solidFill>
                  <a:srgbClr val="000000"/>
                </a:solidFill>
              </a:rPr>
              <a:t>etc.): </a:t>
            </a:r>
            <a:r>
              <a:rPr sz="1188" b="1" i="0">
                <a:solidFill>
                  <a:srgbClr val="000000"/>
                </a:solidFill>
              </a:rPr>
              <a:t>Citizen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2548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Educational </a:t>
            </a:r>
            <a:r>
              <a:rPr sz="1188" b="1" i="0">
                <a:solidFill>
                  <a:srgbClr val="000000"/>
                </a:solidFill>
              </a:rPr>
              <a:t>Qualifications </a:t>
            </a:r>
            <a:r>
              <a:rPr sz="1188" b="1" i="0">
                <a:solidFill>
                  <a:srgbClr val="000000"/>
                </a:solidFill>
              </a:rPr>
              <a:t>(Please </a:t>
            </a:r>
            <a:r>
              <a:rPr sz="1188" b="1" i="0">
                <a:solidFill>
                  <a:srgbClr val="000000"/>
                </a:solidFill>
              </a:rPr>
              <a:t>specify </a:t>
            </a:r>
            <a:r>
              <a:rPr sz="1188" b="1" i="0">
                <a:solidFill>
                  <a:srgbClr val="000000"/>
                </a:solidFill>
              </a:rPr>
              <a:t>University/College; </a:t>
            </a:r>
            <a:r>
              <a:rPr sz="1188" b="1" i="0">
                <a:solidFill>
                  <a:srgbClr val="000000"/>
                </a:solidFill>
              </a:rPr>
              <a:t>Major/Minor;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4582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Program; </a:t>
            </a:r>
            <a:r>
              <a:rPr sz="1188" b="1" i="0">
                <a:solidFill>
                  <a:srgbClr val="000000"/>
                </a:solidFill>
              </a:rPr>
              <a:t>Year):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76616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1.University: </a:t>
            </a:r>
            <a:r>
              <a:rPr sz="1188" b="1" i="0">
                <a:solidFill>
                  <a:srgbClr val="000000"/>
                </a:solidFill>
              </a:rPr>
              <a:t>SZABIST </a:t>
            </a:r>
            <a:r>
              <a:rPr sz="1188" b="1" i="0">
                <a:solidFill>
                  <a:srgbClr val="000000"/>
                </a:solidFill>
              </a:rPr>
              <a:t>(BSCS-Development)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48650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2.College </a:t>
            </a:r>
            <a:r>
              <a:rPr sz="1187" b="1" i="0">
                <a:solidFill>
                  <a:srgbClr val="000000"/>
                </a:solidFill>
              </a:rPr>
              <a:t>: </a:t>
            </a:r>
            <a:r>
              <a:rPr sz="1187" b="1" i="0">
                <a:solidFill>
                  <a:srgbClr val="000000"/>
                </a:solidFill>
              </a:rPr>
              <a:t>KIPS </a:t>
            </a:r>
            <a:r>
              <a:rPr sz="1187" b="1" i="0">
                <a:solidFill>
                  <a:srgbClr val="000000"/>
                </a:solidFill>
              </a:rPr>
              <a:t>G-9 </a:t>
            </a:r>
            <a:r>
              <a:rPr sz="1187" b="1" i="0">
                <a:solidFill>
                  <a:srgbClr val="000000"/>
                </a:solidFill>
              </a:rPr>
              <a:t>Islamabad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20683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3.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Previous </a:t>
            </a:r>
            <a:r>
              <a:rPr sz="1187" b="1" i="0">
                <a:solidFill>
                  <a:srgbClr val="000000"/>
                </a:solidFill>
              </a:rPr>
              <a:t>Work/Internships </a:t>
            </a:r>
            <a:r>
              <a:rPr sz="1187" b="1" i="0">
                <a:solidFill>
                  <a:srgbClr val="000000"/>
                </a:solidFill>
              </a:rPr>
              <a:t>Experience: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6433"/>
            <a:ext cx="731520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8" b="1" i="0">
                <a:solidFill>
                  <a:srgbClr val="000000"/>
                </a:solidFill>
              </a:rPr>
              <a:t>i </a:t>
            </a:r>
            <a:r>
              <a:rPr sz="1008" b="1" i="0">
                <a:solidFill>
                  <a:srgbClr val="000000"/>
                </a:solidFill>
              </a:rPr>
              <a:t>have </a:t>
            </a:r>
            <a:r>
              <a:rPr sz="1008" b="1" i="0">
                <a:solidFill>
                  <a:srgbClr val="000000"/>
                </a:solidFill>
              </a:rPr>
              <a:t>done </a:t>
            </a:r>
            <a:r>
              <a:rPr sz="1008" b="1" i="0">
                <a:solidFill>
                  <a:srgbClr val="000000"/>
                </a:solidFill>
              </a:rPr>
              <a:t>1Full-Stacks </a:t>
            </a:r>
            <a:r>
              <a:rPr sz="1008" b="1" i="0">
                <a:solidFill>
                  <a:srgbClr val="000000"/>
                </a:solidFill>
              </a:rPr>
              <a:t>intership </a:t>
            </a:r>
            <a:r>
              <a:rPr sz="1008" b="1" i="0">
                <a:solidFill>
                  <a:srgbClr val="000000"/>
                </a:solidFill>
              </a:rPr>
              <a:t>in </a:t>
            </a:r>
            <a:r>
              <a:rPr sz="1008" b="1" i="0">
                <a:solidFill>
                  <a:srgbClr val="000000"/>
                </a:solidFill>
              </a:rPr>
              <a:t>ACTIM </a:t>
            </a:r>
            <a:r>
              <a:rPr sz="1008" b="1" i="0">
                <a:solidFill>
                  <a:srgbClr val="000000"/>
                </a:solidFill>
              </a:rPr>
              <a:t>SOLUTION </a:t>
            </a:r>
            <a:r>
              <a:rPr sz="1008" b="1" i="0">
                <a:solidFill>
                  <a:srgbClr val="000000"/>
                </a:solidFill>
              </a:rPr>
              <a:t>i-8 </a:t>
            </a:r>
            <a:r>
              <a:rPr sz="1008" b="1" i="0">
                <a:solidFill>
                  <a:srgbClr val="000000"/>
                </a:solidFill>
              </a:rPr>
              <a:t>Markaz </a:t>
            </a:r>
            <a:r>
              <a:rPr sz="1008" b="1" i="0">
                <a:solidFill>
                  <a:srgbClr val="000000"/>
                </a:solidFill>
              </a:rPr>
              <a:t>Islamabad.it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24177"/>
            <a:ext cx="7315200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8" b="1" i="0">
                <a:solidFill>
                  <a:srgbClr val="000000"/>
                </a:solidFill>
              </a:rPr>
              <a:t>was </a:t>
            </a:r>
            <a:r>
              <a:rPr sz="1008" b="1" i="0">
                <a:solidFill>
                  <a:srgbClr val="000000"/>
                </a:solidFill>
              </a:rPr>
              <a:t>of </a:t>
            </a:r>
            <a:r>
              <a:rPr sz="1008" b="1" i="0">
                <a:solidFill>
                  <a:srgbClr val="000000"/>
                </a:solidFill>
              </a:rPr>
              <a:t>3 </a:t>
            </a:r>
            <a:r>
              <a:rPr sz="1008" b="1" i="0">
                <a:solidFill>
                  <a:srgbClr val="000000"/>
                </a:solidFill>
              </a:rPr>
              <a:t>months </a:t>
            </a:r>
            <a:r>
              <a:rPr sz="1008" b="1" i="0">
                <a:solidFill>
                  <a:srgbClr val="000000"/>
                </a:solidFill>
              </a:rPr>
              <a:t>in </a:t>
            </a:r>
            <a:r>
              <a:rPr sz="1008" b="1" i="0">
                <a:solidFill>
                  <a:srgbClr val="000000"/>
                </a:solidFill>
              </a:rPr>
              <a:t>2024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1921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Location </a:t>
            </a:r>
            <a:r>
              <a:rPr sz="1187" b="1" i="0">
                <a:solidFill>
                  <a:srgbClr val="000000"/>
                </a:solidFill>
              </a:rPr>
              <a:t>of </a:t>
            </a:r>
            <a:r>
              <a:rPr sz="1187" b="1" i="0">
                <a:solidFill>
                  <a:srgbClr val="000000"/>
                </a:solidFill>
              </a:rPr>
              <a:t>your </a:t>
            </a:r>
            <a:r>
              <a:rPr sz="1187" b="1" i="0">
                <a:solidFill>
                  <a:srgbClr val="000000"/>
                </a:solidFill>
              </a:rPr>
              <a:t>Elementary </a:t>
            </a:r>
            <a:r>
              <a:rPr sz="1187" b="1" i="0">
                <a:solidFill>
                  <a:srgbClr val="000000"/>
                </a:solidFill>
              </a:rPr>
              <a:t>Education: </a:t>
            </a:r>
            <a:r>
              <a:rPr sz="1187" b="1" i="0">
                <a:solidFill>
                  <a:srgbClr val="000000"/>
                </a:solidFill>
              </a:rPr>
              <a:t>F </a:t>
            </a:r>
            <a:r>
              <a:rPr sz="1187" b="1" i="0">
                <a:solidFill>
                  <a:srgbClr val="000000"/>
                </a:solidFill>
              </a:rPr>
              <a:t>a </a:t>
            </a:r>
            <a:r>
              <a:rPr sz="1187" b="1" i="0">
                <a:solidFill>
                  <a:srgbClr val="000000"/>
                </a:solidFill>
              </a:rPr>
              <a:t>z </a:t>
            </a:r>
            <a:r>
              <a:rPr sz="1187" b="1" i="0">
                <a:solidFill>
                  <a:srgbClr val="000000"/>
                </a:solidFill>
              </a:rPr>
              <a:t>a </a:t>
            </a:r>
            <a:r>
              <a:rPr sz="1187" b="1" i="0">
                <a:solidFill>
                  <a:srgbClr val="000000"/>
                </a:solidFill>
              </a:rPr>
              <a:t>i </a:t>
            </a:r>
            <a:r>
              <a:rPr sz="1187" b="1" i="0">
                <a:solidFill>
                  <a:srgbClr val="000000"/>
                </a:solidFill>
              </a:rPr>
              <a:t>a </a:t>
            </a:r>
            <a:r>
              <a:rPr sz="1187" b="1" i="0">
                <a:solidFill>
                  <a:srgbClr val="000000"/>
                </a:solidFill>
              </a:rPr>
              <a:t>- </a:t>
            </a:r>
            <a:r>
              <a:rPr sz="1187" b="1" i="0">
                <a:solidFill>
                  <a:srgbClr val="000000"/>
                </a:solidFill>
              </a:rPr>
              <a:t>C </a:t>
            </a:r>
            <a:r>
              <a:rPr sz="1187" b="1" i="0">
                <a:solidFill>
                  <a:srgbClr val="000000"/>
                </a:solidFill>
              </a:rPr>
              <a:t>o </a:t>
            </a:r>
            <a:r>
              <a:rPr sz="1187" b="1" i="0">
                <a:solidFill>
                  <a:srgbClr val="000000"/>
                </a:solidFill>
              </a:rPr>
              <a:t>l </a:t>
            </a:r>
            <a:r>
              <a:rPr sz="1187" b="1" i="0">
                <a:solidFill>
                  <a:srgbClr val="000000"/>
                </a:solidFill>
              </a:rPr>
              <a:t>l </a:t>
            </a:r>
            <a:r>
              <a:rPr sz="1187" b="1" i="0">
                <a:solidFill>
                  <a:srgbClr val="000000"/>
                </a:solidFill>
              </a:rPr>
              <a:t>e </a:t>
            </a:r>
            <a:r>
              <a:rPr sz="1187" b="1" i="0">
                <a:solidFill>
                  <a:srgbClr val="000000"/>
                </a:solidFill>
              </a:rPr>
              <a:t>g </a:t>
            </a:r>
            <a:r>
              <a:rPr sz="1187" b="1" i="0">
                <a:solidFill>
                  <a:srgbClr val="000000"/>
                </a:solidFill>
              </a:rPr>
              <a:t>e </a:t>
            </a:r>
            <a:r>
              <a:rPr sz="1187" b="1" i="0">
                <a:solidFill>
                  <a:srgbClr val="000000"/>
                </a:solidFill>
              </a:rPr>
              <a:t>- </a:t>
            </a:r>
            <a:r>
              <a:rPr sz="1187" b="1" i="0">
                <a:solidFill>
                  <a:srgbClr val="000000"/>
                </a:solidFill>
              </a:rPr>
              <a:t>E </a:t>
            </a:r>
            <a:r>
              <a:rPr sz="1187" b="1" i="0">
                <a:solidFill>
                  <a:srgbClr val="000000"/>
                </a:solidFill>
              </a:rPr>
              <a:t>- </a:t>
            </a:r>
            <a:r>
              <a:rPr sz="1187" b="1" i="0">
                <a:solidFill>
                  <a:srgbClr val="000000"/>
                </a:solidFill>
              </a:rPr>
              <a:t>9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3954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i </a:t>
            </a:r>
            <a:r>
              <a:rPr sz="1187" b="1" i="0">
                <a:solidFill>
                  <a:srgbClr val="000000"/>
                </a:solidFill>
              </a:rPr>
              <a:t>s </a:t>
            </a:r>
            <a:r>
              <a:rPr sz="1187" b="1" i="0">
                <a:solidFill>
                  <a:srgbClr val="000000"/>
                </a:solidFill>
              </a:rPr>
              <a:t>l </a:t>
            </a:r>
            <a:r>
              <a:rPr sz="1187" b="1" i="0">
                <a:solidFill>
                  <a:srgbClr val="000000"/>
                </a:solidFill>
              </a:rPr>
              <a:t>a </a:t>
            </a:r>
            <a:r>
              <a:rPr sz="1187" b="1" i="0">
                <a:solidFill>
                  <a:srgbClr val="000000"/>
                </a:solidFill>
              </a:rPr>
              <a:t>m </a:t>
            </a:r>
            <a:r>
              <a:rPr sz="1187" b="1" i="0">
                <a:solidFill>
                  <a:srgbClr val="000000"/>
                </a:solidFill>
              </a:rPr>
              <a:t>a </a:t>
            </a:r>
            <a:r>
              <a:rPr sz="1187" b="1" i="0">
                <a:solidFill>
                  <a:srgbClr val="000000"/>
                </a:solidFill>
              </a:rPr>
              <a:t>b </a:t>
            </a:r>
            <a:r>
              <a:rPr sz="1187" b="1" i="0">
                <a:solidFill>
                  <a:srgbClr val="000000"/>
                </a:solidFill>
              </a:rPr>
              <a:t>a </a:t>
            </a:r>
            <a:r>
              <a:rPr sz="1187" b="1" i="0">
                <a:solidFill>
                  <a:srgbClr val="000000"/>
                </a:solidFill>
              </a:rPr>
              <a:t>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05987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Position(s) </a:t>
            </a:r>
            <a:r>
              <a:rPr sz="1187" b="1" i="0">
                <a:solidFill>
                  <a:srgbClr val="000000"/>
                </a:solidFill>
              </a:rPr>
              <a:t>applied </a:t>
            </a:r>
            <a:r>
              <a:rPr sz="1187" b="1" i="0">
                <a:solidFill>
                  <a:srgbClr val="000000"/>
                </a:solidFill>
              </a:rPr>
              <a:t>for </a:t>
            </a:r>
            <a:r>
              <a:rPr sz="1187" b="1" i="0">
                <a:solidFill>
                  <a:srgbClr val="000000"/>
                </a:solidFill>
              </a:rPr>
              <a:t>Internship </a:t>
            </a:r>
            <a:r>
              <a:rPr sz="1187" b="1" i="0">
                <a:solidFill>
                  <a:srgbClr val="000000"/>
                </a:solidFill>
              </a:rPr>
              <a:t>at </a:t>
            </a:r>
            <a:r>
              <a:rPr sz="1187" b="1" i="0">
                <a:solidFill>
                  <a:srgbClr val="000000"/>
                </a:solidFill>
              </a:rPr>
              <a:t>GAO </a:t>
            </a:r>
            <a:r>
              <a:rPr sz="1187" b="1" i="0">
                <a:solidFill>
                  <a:srgbClr val="000000"/>
                </a:solidFill>
              </a:rPr>
              <a:t>Tek </a:t>
            </a:r>
            <a:r>
              <a:rPr sz="1187" b="1" i="0">
                <a:solidFill>
                  <a:srgbClr val="000000"/>
                </a:solidFill>
              </a:rPr>
              <a:t>Inc.: </a:t>
            </a:r>
            <a:r>
              <a:rPr sz="1187" b="1" i="0">
                <a:solidFill>
                  <a:srgbClr val="000000"/>
                </a:solidFill>
              </a:rPr>
              <a:t>Web-developer/App-developer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78020"/>
            <a:ext cx="4572000" cy="8368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Starting </a:t>
            </a:r>
            <a:r>
              <a:rPr sz="1187" b="1" i="0">
                <a:solidFill>
                  <a:srgbClr val="000000"/>
                </a:solidFill>
              </a:rPr>
              <a:t>Date </a:t>
            </a:r>
            <a:r>
              <a:rPr sz="1187" b="1" i="0">
                <a:solidFill>
                  <a:srgbClr val="000000"/>
                </a:solidFill>
              </a:rPr>
              <a:t>(Planned): </a:t>
            </a:r>
            <a:r>
              <a:rPr sz="1187" b="1" i="0">
                <a:solidFill>
                  <a:srgbClr val="000000"/>
                </a:solidFill>
              </a:rPr>
              <a:t>6 </a:t>
            </a:r>
            <a:r>
              <a:rPr sz="792" b="1" i="0">
                <a:solidFill>
                  <a:srgbClr val="000000"/>
                </a:solidFill>
              </a:rPr>
              <a:t>th </a:t>
            </a:r>
            <a:r>
              <a:rPr sz="1187" b="1" i="0">
                <a:solidFill>
                  <a:srgbClr val="000000"/>
                </a:solidFill>
              </a:rPr>
              <a:t>of </a:t>
            </a:r>
            <a:r>
              <a:rPr sz="1187" b="1" i="0">
                <a:solidFill>
                  <a:srgbClr val="000000"/>
                </a:solidFill>
              </a:rPr>
              <a:t>june(DD/MM/YYYY)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6433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Completion </a:t>
            </a:r>
            <a:r>
              <a:rPr sz="1187" b="1" i="0">
                <a:solidFill>
                  <a:srgbClr val="000000"/>
                </a:solidFill>
              </a:rPr>
              <a:t>Date </a:t>
            </a:r>
            <a:r>
              <a:rPr sz="1187" b="1" i="0">
                <a:solidFill>
                  <a:srgbClr val="000000"/>
                </a:solidFill>
              </a:rPr>
              <a:t>(Exact </a:t>
            </a:r>
            <a:r>
              <a:rPr sz="1187" b="1" i="0">
                <a:solidFill>
                  <a:srgbClr val="000000"/>
                </a:solidFill>
              </a:rPr>
              <a:t>Date): </a:t>
            </a:r>
            <a:r>
              <a:rPr sz="1187" b="1" i="0">
                <a:solidFill>
                  <a:srgbClr val="000000"/>
                </a:solidFill>
              </a:rPr>
              <a:t>m </a:t>
            </a:r>
            <a:r>
              <a:rPr sz="1187" b="1" i="0">
                <a:solidFill>
                  <a:srgbClr val="000000"/>
                </a:solidFill>
              </a:rPr>
              <a:t>id </a:t>
            </a:r>
            <a:r>
              <a:rPr sz="1187" b="1" i="0">
                <a:solidFill>
                  <a:srgbClr val="000000"/>
                </a:solidFill>
              </a:rPr>
              <a:t>o </a:t>
            </a:r>
            <a:r>
              <a:rPr sz="1187" b="1" i="0">
                <a:solidFill>
                  <a:srgbClr val="000000"/>
                </a:solidFill>
              </a:rPr>
              <a:t>f </a:t>
            </a:r>
            <a:r>
              <a:rPr sz="1187" b="1" i="0">
                <a:solidFill>
                  <a:srgbClr val="000000"/>
                </a:solidFill>
              </a:rPr>
              <a:t>augus </a:t>
            </a:r>
            <a:r>
              <a:rPr sz="1187" b="1" i="0">
                <a:solidFill>
                  <a:srgbClr val="000000"/>
                </a:solidFill>
              </a:rPr>
              <a:t>t </a:t>
            </a:r>
            <a:r>
              <a:rPr sz="1187" b="1" i="0">
                <a:solidFill>
                  <a:srgbClr val="000000"/>
                </a:solidFill>
              </a:rPr>
              <a:t>(DD/MM/YYYY)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58466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Choose </a:t>
            </a:r>
            <a:r>
              <a:rPr sz="1187" b="1" i="0">
                <a:solidFill>
                  <a:srgbClr val="000000"/>
                </a:solidFill>
              </a:rPr>
              <a:t>the </a:t>
            </a:r>
            <a:r>
              <a:rPr sz="1187" b="1" i="0">
                <a:solidFill>
                  <a:srgbClr val="000000"/>
                </a:solidFill>
              </a:rPr>
              <a:t>Internship </a:t>
            </a:r>
            <a:r>
              <a:rPr sz="1187" b="1" i="0">
                <a:solidFill>
                  <a:srgbClr val="000000"/>
                </a:solidFill>
              </a:rPr>
              <a:t>Time </a:t>
            </a:r>
            <a:r>
              <a:rPr sz="1187" b="1" i="0">
                <a:solidFill>
                  <a:srgbClr val="000000"/>
                </a:solidFill>
              </a:rPr>
              <a:t>Arrangement </a:t>
            </a:r>
            <a:r>
              <a:rPr sz="1187" b="1" i="0">
                <a:solidFill>
                  <a:srgbClr val="000000"/>
                </a:solidFill>
              </a:rPr>
              <a:t>option </a:t>
            </a:r>
            <a:r>
              <a:rPr sz="1187" b="1" i="0">
                <a:solidFill>
                  <a:srgbClr val="000000"/>
                </a:solidFill>
              </a:rPr>
              <a:t>to </a:t>
            </a:r>
            <a:r>
              <a:rPr sz="1187" b="1" i="0">
                <a:solidFill>
                  <a:srgbClr val="000000"/>
                </a:solidFill>
              </a:rPr>
              <a:t>complete </a:t>
            </a:r>
            <a:r>
              <a:rPr sz="1187" b="1" i="0">
                <a:solidFill>
                  <a:srgbClr val="000000"/>
                </a:solidFill>
              </a:rPr>
              <a:t>a </a:t>
            </a:r>
            <a:r>
              <a:rPr sz="1187" b="1" i="0">
                <a:solidFill>
                  <a:srgbClr val="000000"/>
                </a:solidFill>
              </a:rPr>
              <a:t>minimum </a:t>
            </a:r>
            <a:r>
              <a:rPr sz="1187" b="1" i="0">
                <a:solidFill>
                  <a:srgbClr val="000000"/>
                </a:solidFill>
              </a:rPr>
              <a:t>of </a:t>
            </a:r>
            <a:r>
              <a:rPr sz="1187" b="1" i="0">
                <a:solidFill>
                  <a:srgbClr val="000000"/>
                </a:solidFill>
              </a:rPr>
              <a:t>300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0499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work </a:t>
            </a:r>
            <a:r>
              <a:rPr sz="1187" b="1" i="0">
                <a:solidFill>
                  <a:srgbClr val="000000"/>
                </a:solidFill>
              </a:rPr>
              <a:t>hours </a:t>
            </a:r>
            <a:r>
              <a:rPr sz="1187" b="1" i="0">
                <a:solidFill>
                  <a:srgbClr val="000000"/>
                </a:solidFill>
              </a:rPr>
              <a:t>within </a:t>
            </a:r>
            <a:r>
              <a:rPr sz="1187" b="1" i="0">
                <a:solidFill>
                  <a:srgbClr val="000000"/>
                </a:solidFill>
              </a:rPr>
              <a:t>20 </a:t>
            </a:r>
            <a:r>
              <a:rPr sz="1187" b="1" i="0">
                <a:solidFill>
                  <a:srgbClr val="000000"/>
                </a:solidFill>
              </a:rPr>
              <a:t>weeks </a:t>
            </a:r>
            <a:r>
              <a:rPr sz="1187" b="1" i="0">
                <a:solidFill>
                  <a:srgbClr val="000000"/>
                </a:solidFill>
              </a:rPr>
              <a:t>to </a:t>
            </a:r>
            <a:r>
              <a:rPr sz="1187" b="1" i="0">
                <a:solidFill>
                  <a:srgbClr val="000000"/>
                </a:solidFill>
              </a:rPr>
              <a:t>60 </a:t>
            </a:r>
            <a:r>
              <a:rPr sz="1187" b="1" i="0">
                <a:solidFill>
                  <a:srgbClr val="000000"/>
                </a:solidFill>
              </a:rPr>
              <a:t>weeks: </a:t>
            </a:r>
            <a:r>
              <a:rPr sz="1187" b="1" i="0">
                <a:solidFill>
                  <a:srgbClr val="000000"/>
                </a:solidFill>
              </a:rPr>
              <a:t>( </a:t>
            </a:r>
            <a:r>
              <a:rPr sz="1187" b="1" i="1">
                <a:solidFill>
                  <a:srgbClr val="000000"/>
                </a:solidFill>
              </a:rPr>
              <a:t>Please </a:t>
            </a:r>
            <a:r>
              <a:rPr sz="1187" b="1" i="1">
                <a:solidFill>
                  <a:srgbClr val="000000"/>
                </a:solidFill>
              </a:rPr>
              <a:t>tick </a:t>
            </a:r>
            <a:r>
              <a:rPr sz="1187" b="1" i="1">
                <a:solidFill>
                  <a:srgbClr val="000000"/>
                </a:solidFill>
              </a:rPr>
              <a:t>one </a:t>
            </a:r>
            <a:r>
              <a:rPr sz="1187" b="1" i="0">
                <a:solidFill>
                  <a:srgbClr val="000000"/>
                </a:solidFill>
              </a:rPr>
              <a:t>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02532"/>
            <a:ext cx="7315200" cy="2125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5" b="1" i="0">
                <a:solidFill>
                  <a:srgbClr val="000000"/>
                </a:solidFill>
              </a:rPr>
              <a:t>OPTION </a:t>
            </a:r>
            <a:r>
              <a:rPr sz="1115" b="1" i="0">
                <a:solidFill>
                  <a:srgbClr val="000000"/>
                </a:solidFill>
              </a:rPr>
              <a:t>A </a:t>
            </a:r>
            <a:r>
              <a:rPr sz="1187" b="0" i="0">
                <a:solidFill>
                  <a:srgbClr val="000000"/>
                </a:solidFill>
              </a:rPr>
              <a:t>20 </a:t>
            </a:r>
            <a:r>
              <a:rPr sz="1187" b="0" i="0">
                <a:solidFill>
                  <a:srgbClr val="000000"/>
                </a:solidFill>
              </a:rPr>
              <a:t>hours </a:t>
            </a:r>
            <a:r>
              <a:rPr sz="1187" b="0" i="0">
                <a:solidFill>
                  <a:srgbClr val="000000"/>
                </a:solidFill>
              </a:rPr>
              <a:t>per </a:t>
            </a:r>
            <a:r>
              <a:rPr sz="1187" b="0" i="0">
                <a:solidFill>
                  <a:srgbClr val="000000"/>
                </a:solidFill>
              </a:rPr>
              <a:t>week </a:t>
            </a:r>
            <a:r>
              <a:rPr sz="1187" b="0" i="0">
                <a:solidFill>
                  <a:srgbClr val="000000"/>
                </a:solidFill>
              </a:rPr>
              <a:t>for </a:t>
            </a:r>
            <a:r>
              <a:rPr sz="1187" b="0" i="0">
                <a:solidFill>
                  <a:srgbClr val="000000"/>
                </a:solidFill>
              </a:rPr>
              <a:t>at </a:t>
            </a:r>
            <a:r>
              <a:rPr sz="1187" b="0" i="0">
                <a:solidFill>
                  <a:srgbClr val="000000"/>
                </a:solidFill>
              </a:rPr>
              <a:t>least </a:t>
            </a:r>
            <a:r>
              <a:rPr sz="1187" b="0" i="0">
                <a:solidFill>
                  <a:srgbClr val="000000"/>
                </a:solidFill>
              </a:rPr>
              <a:t>15 </a:t>
            </a:r>
            <a:r>
              <a:rPr sz="1187" b="0" i="0">
                <a:solidFill>
                  <a:srgbClr val="000000"/>
                </a:solidFill>
              </a:rPr>
              <a:t>weeks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0849"/>
            <a:ext cx="7315200" cy="2125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6" b="1" i="0">
                <a:solidFill>
                  <a:srgbClr val="000000"/>
                </a:solidFill>
              </a:rPr>
              <a:t>OPTIONA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9167"/>
            <a:ext cx="7315200" cy="2125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6" b="1" i="0">
                <a:solidFill>
                  <a:srgbClr val="000000"/>
                </a:solidFill>
              </a:rPr>
              <a:t>OPTION </a:t>
            </a:r>
            <a:r>
              <a:rPr sz="1116" b="1" i="0">
                <a:solidFill>
                  <a:srgbClr val="000000"/>
                </a:solidFill>
              </a:rPr>
              <a:t>B </a:t>
            </a:r>
            <a:r>
              <a:rPr sz="1188" b="0" i="0">
                <a:solidFill>
                  <a:srgbClr val="000000"/>
                </a:solidFill>
              </a:rPr>
              <a:t>15 </a:t>
            </a:r>
            <a:r>
              <a:rPr sz="1188" b="0" i="0">
                <a:solidFill>
                  <a:srgbClr val="000000"/>
                </a:solidFill>
              </a:rPr>
              <a:t>hours </a:t>
            </a:r>
            <a:r>
              <a:rPr sz="1188" b="0" i="0">
                <a:solidFill>
                  <a:srgbClr val="000000"/>
                </a:solidFill>
              </a:rPr>
              <a:t>per </a:t>
            </a:r>
            <a:r>
              <a:rPr sz="1188" b="0" i="0">
                <a:solidFill>
                  <a:srgbClr val="000000"/>
                </a:solidFill>
              </a:rPr>
              <a:t>week </a:t>
            </a:r>
            <a:r>
              <a:rPr sz="1188" b="0" i="0">
                <a:solidFill>
                  <a:srgbClr val="000000"/>
                </a:solidFill>
              </a:rPr>
              <a:t>for </a:t>
            </a:r>
            <a:r>
              <a:rPr sz="1188" b="0" i="0">
                <a:solidFill>
                  <a:srgbClr val="000000"/>
                </a:solidFill>
              </a:rPr>
              <a:t>at </a:t>
            </a:r>
            <a:r>
              <a:rPr sz="1188" b="0" i="0">
                <a:solidFill>
                  <a:srgbClr val="000000"/>
                </a:solidFill>
              </a:rPr>
              <a:t>least </a:t>
            </a:r>
            <a:r>
              <a:rPr sz="1188" b="0" i="0">
                <a:solidFill>
                  <a:srgbClr val="000000"/>
                </a:solidFill>
              </a:rPr>
              <a:t>20 </a:t>
            </a:r>
            <a:r>
              <a:rPr sz="1188" b="0" i="0">
                <a:solidFill>
                  <a:srgbClr val="000000"/>
                </a:solidFill>
              </a:rPr>
              <a:t>weeks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7485"/>
            <a:ext cx="7315200" cy="2125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5" b="0" i="0">
                <a:solidFill>
                  <a:srgbClr val="000000"/>
                </a:solidFill>
              </a:rPr>
              <a:t>________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35802"/>
            <a:ext cx="7315200" cy="2125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6" b="1" i="0">
                <a:solidFill>
                  <a:srgbClr val="000000"/>
                </a:solidFill>
              </a:rPr>
              <a:t>OPTION </a:t>
            </a:r>
            <a:r>
              <a:rPr sz="1116" b="1" i="0">
                <a:solidFill>
                  <a:srgbClr val="000000"/>
                </a:solidFill>
              </a:rPr>
              <a:t>C </a:t>
            </a:r>
            <a:r>
              <a:rPr sz="1188" b="0" i="0">
                <a:solidFill>
                  <a:srgbClr val="000000"/>
                </a:solidFill>
              </a:rPr>
              <a:t>10 </a:t>
            </a:r>
            <a:r>
              <a:rPr sz="1188" b="0" i="0">
                <a:solidFill>
                  <a:srgbClr val="000000"/>
                </a:solidFill>
              </a:rPr>
              <a:t>hours </a:t>
            </a:r>
            <a:r>
              <a:rPr sz="1188" b="0" i="0">
                <a:solidFill>
                  <a:srgbClr val="000000"/>
                </a:solidFill>
              </a:rPr>
              <a:t>per </a:t>
            </a:r>
            <a:r>
              <a:rPr sz="1188" b="0" i="0">
                <a:solidFill>
                  <a:srgbClr val="000000"/>
                </a:solidFill>
              </a:rPr>
              <a:t>week </a:t>
            </a:r>
            <a:r>
              <a:rPr sz="1188" b="0" i="0">
                <a:solidFill>
                  <a:srgbClr val="000000"/>
                </a:solidFill>
              </a:rPr>
              <a:t>for </a:t>
            </a:r>
            <a:r>
              <a:rPr sz="1188" b="0" i="0">
                <a:solidFill>
                  <a:srgbClr val="000000"/>
                </a:solidFill>
              </a:rPr>
              <a:t>at </a:t>
            </a:r>
            <a:r>
              <a:rPr sz="1188" b="0" i="0">
                <a:solidFill>
                  <a:srgbClr val="000000"/>
                </a:solidFill>
              </a:rPr>
              <a:t>least </a:t>
            </a:r>
            <a:r>
              <a:rPr sz="1188" b="0" i="0">
                <a:solidFill>
                  <a:srgbClr val="000000"/>
                </a:solidFill>
              </a:rPr>
              <a:t>30 </a:t>
            </a:r>
            <a:r>
              <a:rPr sz="1188" b="0" i="0">
                <a:solidFill>
                  <a:srgbClr val="000000"/>
                </a:solidFill>
              </a:rPr>
              <a:t>weeks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4120"/>
            <a:ext cx="7315200" cy="2125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5" b="0" i="0">
                <a:solidFill>
                  <a:srgbClr val="000000"/>
                </a:solidFill>
              </a:rPr>
              <a:t>________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52437"/>
            <a:ext cx="7315200" cy="2125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6" b="1" i="0">
                <a:solidFill>
                  <a:srgbClr val="000000"/>
                </a:solidFill>
              </a:rPr>
              <a:t>OPTION </a:t>
            </a:r>
            <a:r>
              <a:rPr sz="1116" b="1" i="0">
                <a:solidFill>
                  <a:srgbClr val="000000"/>
                </a:solidFill>
              </a:rPr>
              <a:t>D </a:t>
            </a:r>
            <a:r>
              <a:rPr sz="1188" b="0" i="0">
                <a:solidFill>
                  <a:srgbClr val="000000"/>
                </a:solidFill>
              </a:rPr>
              <a:t>7.5 </a:t>
            </a:r>
            <a:r>
              <a:rPr sz="1188" b="0" i="0">
                <a:solidFill>
                  <a:srgbClr val="000000"/>
                </a:solidFill>
              </a:rPr>
              <a:t>hours </a:t>
            </a:r>
            <a:r>
              <a:rPr sz="1188" b="0" i="0">
                <a:solidFill>
                  <a:srgbClr val="000000"/>
                </a:solidFill>
              </a:rPr>
              <a:t>per </a:t>
            </a:r>
            <a:r>
              <a:rPr sz="1188" b="0" i="0">
                <a:solidFill>
                  <a:srgbClr val="000000"/>
                </a:solidFill>
              </a:rPr>
              <a:t>week </a:t>
            </a:r>
            <a:r>
              <a:rPr sz="1188" b="0" i="0">
                <a:solidFill>
                  <a:srgbClr val="000000"/>
                </a:solidFill>
              </a:rPr>
              <a:t>for </a:t>
            </a:r>
            <a:r>
              <a:rPr sz="1188" b="0" i="0">
                <a:solidFill>
                  <a:srgbClr val="000000"/>
                </a:solidFill>
              </a:rPr>
              <a:t>at </a:t>
            </a:r>
            <a:r>
              <a:rPr sz="1188" b="0" i="0">
                <a:solidFill>
                  <a:srgbClr val="000000"/>
                </a:solidFill>
              </a:rPr>
              <a:t>least </a:t>
            </a:r>
            <a:r>
              <a:rPr sz="1188" b="0" i="0">
                <a:solidFill>
                  <a:srgbClr val="000000"/>
                </a:solidFill>
              </a:rPr>
              <a:t>40 </a:t>
            </a:r>
            <a:r>
              <a:rPr sz="1188" b="0" i="0">
                <a:solidFill>
                  <a:srgbClr val="000000"/>
                </a:solidFill>
              </a:rPr>
              <a:t>weeks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10755"/>
            <a:ext cx="7315200" cy="2125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5" b="0" i="0">
                <a:solidFill>
                  <a:srgbClr val="000000"/>
                </a:solidFill>
              </a:rPr>
              <a:t>________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72"/>
            <a:ext cx="7315200" cy="2125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6" b="1" i="0">
                <a:solidFill>
                  <a:srgbClr val="000000"/>
                </a:solidFill>
              </a:rPr>
              <a:t>OPTION </a:t>
            </a:r>
            <a:r>
              <a:rPr sz="1116" b="1" i="0">
                <a:solidFill>
                  <a:srgbClr val="000000"/>
                </a:solidFill>
              </a:rPr>
              <a:t>E </a:t>
            </a:r>
            <a:r>
              <a:rPr sz="1188" b="0" i="0">
                <a:solidFill>
                  <a:srgbClr val="000000"/>
                </a:solidFill>
              </a:rPr>
              <a:t>5 </a:t>
            </a:r>
            <a:r>
              <a:rPr sz="1188" b="0" i="0">
                <a:solidFill>
                  <a:srgbClr val="000000"/>
                </a:solidFill>
              </a:rPr>
              <a:t>hours </a:t>
            </a:r>
            <a:r>
              <a:rPr sz="1188" b="0" i="0">
                <a:solidFill>
                  <a:srgbClr val="000000"/>
                </a:solidFill>
              </a:rPr>
              <a:t>per </a:t>
            </a:r>
            <a:r>
              <a:rPr sz="1188" b="0" i="0">
                <a:solidFill>
                  <a:srgbClr val="000000"/>
                </a:solidFill>
              </a:rPr>
              <a:t>week </a:t>
            </a:r>
            <a:r>
              <a:rPr sz="1188" b="0" i="0">
                <a:solidFill>
                  <a:srgbClr val="000000"/>
                </a:solidFill>
              </a:rPr>
              <a:t>for </a:t>
            </a:r>
            <a:r>
              <a:rPr sz="1188" b="0" i="0">
                <a:solidFill>
                  <a:srgbClr val="000000"/>
                </a:solidFill>
              </a:rPr>
              <a:t>at </a:t>
            </a:r>
            <a:r>
              <a:rPr sz="1188" b="0" i="0">
                <a:solidFill>
                  <a:srgbClr val="000000"/>
                </a:solidFill>
              </a:rPr>
              <a:t>least </a:t>
            </a:r>
            <a:r>
              <a:rPr sz="1188" b="0" i="0">
                <a:solidFill>
                  <a:srgbClr val="000000"/>
                </a:solidFill>
              </a:rPr>
              <a:t>60 </a:t>
            </a:r>
            <a:r>
              <a:rPr sz="1188" b="0" i="0">
                <a:solidFill>
                  <a:srgbClr val="000000"/>
                </a:solidFill>
              </a:rPr>
              <a:t>weeks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27390"/>
            <a:ext cx="7315200" cy="2125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15" b="0" i="0">
                <a:solidFill>
                  <a:srgbClr val="000000"/>
                </a:solidFill>
              </a:rPr>
              <a:t>________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85707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Extension </a:t>
            </a:r>
            <a:r>
              <a:rPr sz="1188" b="1" i="0">
                <a:solidFill>
                  <a:srgbClr val="000000"/>
                </a:solidFill>
              </a:rPr>
              <a:t>Date </a:t>
            </a:r>
            <a:r>
              <a:rPr sz="1188" b="1" i="0">
                <a:solidFill>
                  <a:srgbClr val="000000"/>
                </a:solidFill>
              </a:rPr>
              <a:t>{ </a:t>
            </a:r>
            <a:r>
              <a:rPr sz="1188" b="0" i="1">
                <a:solidFill>
                  <a:srgbClr val="000000"/>
                </a:solidFill>
              </a:rPr>
              <a:t>Please </a:t>
            </a:r>
            <a:r>
              <a:rPr sz="1188" b="0" i="1">
                <a:solidFill>
                  <a:srgbClr val="000000"/>
                </a:solidFill>
              </a:rPr>
              <a:t>enter </a:t>
            </a:r>
            <a:r>
              <a:rPr sz="1188" b="0" i="1">
                <a:solidFill>
                  <a:srgbClr val="000000"/>
                </a:solidFill>
              </a:rPr>
              <a:t>the </a:t>
            </a:r>
            <a:r>
              <a:rPr sz="1188" b="0" i="1">
                <a:solidFill>
                  <a:srgbClr val="000000"/>
                </a:solidFill>
              </a:rPr>
              <a:t>longest </a:t>
            </a:r>
            <a:r>
              <a:rPr sz="1188" b="0" i="1">
                <a:solidFill>
                  <a:srgbClr val="000000"/>
                </a:solidFill>
              </a:rPr>
              <a:t>duration </a:t>
            </a:r>
            <a:r>
              <a:rPr sz="1188" b="0" i="1">
                <a:solidFill>
                  <a:srgbClr val="000000"/>
                </a:solidFill>
              </a:rPr>
              <a:t>(months) </a:t>
            </a:r>
            <a:r>
              <a:rPr sz="1188" b="0" i="1">
                <a:solidFill>
                  <a:srgbClr val="000000"/>
                </a:solidFill>
              </a:rPr>
              <a:t>and </a:t>
            </a:r>
            <a:r>
              <a:rPr sz="1188" b="0" i="1">
                <a:solidFill>
                  <a:srgbClr val="000000"/>
                </a:solidFill>
              </a:rPr>
              <a:t>maximum </a:t>
            </a:r>
            <a:r>
              <a:rPr sz="1188" b="0" i="1">
                <a:solidFill>
                  <a:srgbClr val="000000"/>
                </a:solidFill>
              </a:rPr>
              <a:t>number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57741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0" i="1">
                <a:solidFill>
                  <a:srgbClr val="000000"/>
                </a:solidFill>
              </a:rPr>
              <a:t>of </a:t>
            </a:r>
            <a:r>
              <a:rPr sz="1188" b="0" i="1">
                <a:solidFill>
                  <a:srgbClr val="000000"/>
                </a:solidFill>
              </a:rPr>
              <a:t>hours </a:t>
            </a:r>
            <a:r>
              <a:rPr sz="1188" b="0" i="1">
                <a:solidFill>
                  <a:srgbClr val="000000"/>
                </a:solidFill>
              </a:rPr>
              <a:t>per </a:t>
            </a:r>
            <a:r>
              <a:rPr sz="1188" b="0" i="1">
                <a:solidFill>
                  <a:srgbClr val="000000"/>
                </a:solidFill>
              </a:rPr>
              <a:t>week </a:t>
            </a:r>
            <a:r>
              <a:rPr sz="1188" b="0" i="1">
                <a:solidFill>
                  <a:srgbClr val="000000"/>
                </a:solidFill>
              </a:rPr>
              <a:t>you </a:t>
            </a:r>
            <a:r>
              <a:rPr sz="1188" b="0" i="1">
                <a:solidFill>
                  <a:srgbClr val="000000"/>
                </a:solidFill>
              </a:rPr>
              <a:t>can </a:t>
            </a:r>
            <a:r>
              <a:rPr sz="1188" b="0" i="1">
                <a:solidFill>
                  <a:srgbClr val="000000"/>
                </a:solidFill>
              </a:rPr>
              <a:t>reasonably </a:t>
            </a:r>
            <a:r>
              <a:rPr sz="1188" b="0" i="1">
                <a:solidFill>
                  <a:srgbClr val="000000"/>
                </a:solidFill>
              </a:rPr>
              <a:t>commit </a:t>
            </a:r>
            <a:r>
              <a:rPr sz="1188" b="0" i="1">
                <a:solidFill>
                  <a:srgbClr val="000000"/>
                </a:solidFill>
              </a:rPr>
              <a:t>during </a:t>
            </a:r>
            <a:r>
              <a:rPr sz="1188" b="0" i="1">
                <a:solidFill>
                  <a:srgbClr val="000000"/>
                </a:solidFill>
              </a:rPr>
              <a:t>the </a:t>
            </a:r>
            <a:r>
              <a:rPr sz="1188" b="0" i="1">
                <a:solidFill>
                  <a:srgbClr val="000000"/>
                </a:solidFill>
              </a:rPr>
              <a:t>internship </a:t>
            </a:r>
            <a:r>
              <a:rPr sz="1188" b="1" i="1">
                <a:solidFill>
                  <a:srgbClr val="000000"/>
                </a:solidFill>
              </a:rPr>
              <a:t>} </a:t>
            </a:r>
            <a:r>
              <a:rPr sz="1188" b="1" i="0">
                <a:solidFill>
                  <a:srgbClr val="000000"/>
                </a:solidFill>
              </a:rPr>
              <a:t>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9775"/>
            <a:ext cx="7315200" cy="1920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7" b="1" i="0">
                <a:solidFill>
                  <a:srgbClr val="000000"/>
                </a:solidFill>
              </a:rPr>
              <a:t>40weeks </a:t>
            </a:r>
            <a:r>
              <a:rPr sz="1007" b="1" i="0">
                <a:solidFill>
                  <a:srgbClr val="000000"/>
                </a:solidFill>
              </a:rPr>
              <a:t>25hrs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67518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1" i="0">
                <a:solidFill>
                  <a:srgbClr val="000000"/>
                </a:solidFill>
              </a:rPr>
              <a:t>(DD/MM/YYYY) </a:t>
            </a:r>
            <a:r>
              <a:rPr sz="1188" b="1" i="0">
                <a:solidFill>
                  <a:srgbClr val="000000"/>
                </a:solidFill>
              </a:rPr>
              <a:t>(HOURS)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39552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0" i="0">
                <a:solidFill>
                  <a:srgbClr val="000000"/>
                </a:solidFill>
              </a:rPr>
              <a:t>{Please </a:t>
            </a:r>
            <a:r>
              <a:rPr sz="1188" b="0" i="0">
                <a:solidFill>
                  <a:srgbClr val="000000"/>
                </a:solidFill>
              </a:rPr>
              <a:t>note </a:t>
            </a:r>
            <a:r>
              <a:rPr sz="1188" b="0" i="0">
                <a:solidFill>
                  <a:srgbClr val="000000"/>
                </a:solidFill>
              </a:rPr>
              <a:t>that </a:t>
            </a:r>
            <a:r>
              <a:rPr sz="1188" b="0" i="0">
                <a:solidFill>
                  <a:srgbClr val="000000"/>
                </a:solidFill>
              </a:rPr>
              <a:t>such </a:t>
            </a:r>
            <a:r>
              <a:rPr sz="1188" b="0" i="0">
                <a:solidFill>
                  <a:srgbClr val="000000"/>
                </a:solidFill>
              </a:rPr>
              <a:t>commitments </a:t>
            </a:r>
            <a:r>
              <a:rPr sz="1188" b="0" i="0">
                <a:solidFill>
                  <a:srgbClr val="000000"/>
                </a:solidFill>
              </a:rPr>
              <a:t>are </a:t>
            </a:r>
            <a:r>
              <a:rPr sz="1188" b="0" i="0">
                <a:solidFill>
                  <a:srgbClr val="000000"/>
                </a:solidFill>
              </a:rPr>
              <a:t>a </a:t>
            </a:r>
            <a:r>
              <a:rPr sz="1188" b="0" i="0">
                <a:solidFill>
                  <a:srgbClr val="000000"/>
                </a:solidFill>
              </a:rPr>
              <a:t>key </a:t>
            </a:r>
            <a:r>
              <a:rPr sz="1188" b="0" i="0">
                <a:solidFill>
                  <a:srgbClr val="000000"/>
                </a:solidFill>
              </a:rPr>
              <a:t>factor </a:t>
            </a:r>
            <a:r>
              <a:rPr sz="1188" b="0" i="0">
                <a:solidFill>
                  <a:srgbClr val="000000"/>
                </a:solidFill>
              </a:rPr>
              <a:t>in </a:t>
            </a:r>
            <a:r>
              <a:rPr sz="1188" b="0" i="0">
                <a:solidFill>
                  <a:srgbClr val="000000"/>
                </a:solidFill>
              </a:rPr>
              <a:t>the </a:t>
            </a:r>
            <a:r>
              <a:rPr sz="1188" b="0" i="0">
                <a:solidFill>
                  <a:srgbClr val="000000"/>
                </a:solidFill>
              </a:rPr>
              <a:t>selection </a:t>
            </a:r>
            <a:r>
              <a:rPr sz="1188" b="0" i="0">
                <a:solidFill>
                  <a:srgbClr val="000000"/>
                </a:solidFill>
              </a:rPr>
              <a:t>process </a:t>
            </a:r>
            <a:r>
              <a:rPr sz="1188" b="0" i="0">
                <a:solidFill>
                  <a:srgbClr val="000000"/>
                </a:solidFill>
              </a:rPr>
              <a:t>and </a:t>
            </a:r>
            <a:r>
              <a:rPr sz="1188" b="0" i="0">
                <a:solidFill>
                  <a:srgbClr val="000000"/>
                </a:solidFill>
              </a:rPr>
              <a:t>may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0" i="0">
                <a:solidFill>
                  <a:srgbClr val="000000"/>
                </a:solidFill>
              </a:rPr>
              <a:t>enhance </a:t>
            </a:r>
            <a:r>
              <a:rPr sz="1188" b="0" i="0">
                <a:solidFill>
                  <a:srgbClr val="000000"/>
                </a:solidFill>
              </a:rPr>
              <a:t>your </a:t>
            </a:r>
            <a:r>
              <a:rPr sz="1188" b="0" i="0">
                <a:solidFill>
                  <a:srgbClr val="000000"/>
                </a:solidFill>
              </a:rPr>
              <a:t>chances </a:t>
            </a:r>
            <a:r>
              <a:rPr sz="1188" b="0" i="0">
                <a:solidFill>
                  <a:srgbClr val="000000"/>
                </a:solidFill>
              </a:rPr>
              <a:t>of </a:t>
            </a:r>
            <a:r>
              <a:rPr sz="1188" b="0" i="0">
                <a:solidFill>
                  <a:srgbClr val="000000"/>
                </a:solidFill>
              </a:rPr>
              <a:t>being </a:t>
            </a:r>
            <a:r>
              <a:rPr sz="1188" b="0" i="0">
                <a:solidFill>
                  <a:srgbClr val="000000"/>
                </a:solidFill>
              </a:rPr>
              <a:t>promoted </a:t>
            </a:r>
            <a:r>
              <a:rPr sz="1188" b="0" i="0">
                <a:solidFill>
                  <a:srgbClr val="000000"/>
                </a:solidFill>
              </a:rPr>
              <a:t>to </a:t>
            </a:r>
            <a:r>
              <a:rPr sz="1188" b="0" i="0">
                <a:solidFill>
                  <a:srgbClr val="000000"/>
                </a:solidFill>
              </a:rPr>
              <a:t>a </a:t>
            </a:r>
            <a:r>
              <a:rPr sz="1188" b="0" i="0">
                <a:solidFill>
                  <a:srgbClr val="000000"/>
                </a:solidFill>
              </a:rPr>
              <a:t>leadership </a:t>
            </a:r>
            <a:r>
              <a:rPr sz="1188" b="0" i="0">
                <a:solidFill>
                  <a:srgbClr val="000000"/>
                </a:solidFill>
              </a:rPr>
              <a:t>position </a:t>
            </a:r>
            <a:r>
              <a:rPr sz="1188" b="0" i="0">
                <a:solidFill>
                  <a:srgbClr val="000000"/>
                </a:solidFill>
              </a:rPr>
              <a:t>and </a:t>
            </a:r>
            <a:r>
              <a:rPr sz="1188" b="0" i="0">
                <a:solidFill>
                  <a:srgbClr val="000000"/>
                </a:solidFill>
              </a:rPr>
              <a:t>working </a:t>
            </a:r>
            <a:r>
              <a:rPr sz="1188" b="0" i="0">
                <a:solidFill>
                  <a:srgbClr val="000000"/>
                </a:solidFill>
              </a:rPr>
              <a:t>closely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6434"/>
            <a:ext cx="7315200" cy="226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8" b="0" i="0">
                <a:solidFill>
                  <a:srgbClr val="000000"/>
                </a:solidFill>
              </a:rPr>
              <a:t>with </a:t>
            </a:r>
            <a:r>
              <a:rPr sz="1188" b="0" i="0">
                <a:solidFill>
                  <a:srgbClr val="000000"/>
                </a:solidFill>
              </a:rPr>
              <a:t>upper </a:t>
            </a:r>
            <a:r>
              <a:rPr sz="1188" b="0" i="0">
                <a:solidFill>
                  <a:srgbClr val="000000"/>
                </a:solidFill>
              </a:rPr>
              <a:t>management.}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58468"/>
            <a:ext cx="7315200" cy="226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87" b="1" i="0">
                <a:solidFill>
                  <a:srgbClr val="000000"/>
                </a:solidFill>
              </a:rPr>
              <a:t>Any </a:t>
            </a:r>
            <a:r>
              <a:rPr sz="1187" b="1" i="0">
                <a:solidFill>
                  <a:srgbClr val="000000"/>
                </a:solidFill>
              </a:rPr>
              <a:t>additional </a:t>
            </a:r>
            <a:r>
              <a:rPr sz="1187" b="1" i="0">
                <a:solidFill>
                  <a:srgbClr val="000000"/>
                </a:solidFill>
              </a:rPr>
              <a:t>information </a:t>
            </a:r>
            <a:r>
              <a:rPr sz="1187" b="1" i="0">
                <a:solidFill>
                  <a:srgbClr val="000000"/>
                </a:solidFill>
              </a:rPr>
              <a:t>you </a:t>
            </a:r>
            <a:r>
              <a:rPr sz="1187" b="1" i="0">
                <a:solidFill>
                  <a:srgbClr val="000000"/>
                </a:solidFill>
              </a:rPr>
              <a:t>would </a:t>
            </a:r>
            <a:r>
              <a:rPr sz="1187" b="1" i="0">
                <a:solidFill>
                  <a:srgbClr val="000000"/>
                </a:solidFill>
              </a:rPr>
              <a:t>like </a:t>
            </a:r>
            <a:r>
              <a:rPr sz="1187" b="1" i="0">
                <a:solidFill>
                  <a:srgbClr val="000000"/>
                </a:solidFill>
              </a:rPr>
              <a:t>to </a:t>
            </a:r>
            <a:r>
              <a:rPr sz="1187" b="1" i="0">
                <a:solidFill>
                  <a:srgbClr val="000000"/>
                </a:solidFill>
              </a:rPr>
              <a:t>share </a:t>
            </a:r>
            <a:r>
              <a:rPr sz="1187" b="1" i="0">
                <a:solidFill>
                  <a:srgbClr val="000000"/>
                </a:solidFill>
              </a:rPr>
              <a:t>with </a:t>
            </a:r>
            <a:r>
              <a:rPr sz="1187" b="1" i="0">
                <a:solidFill>
                  <a:srgbClr val="000000"/>
                </a:solidFill>
              </a:rPr>
              <a:t>us?: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0501"/>
            <a:ext cx="4572000" cy="8368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