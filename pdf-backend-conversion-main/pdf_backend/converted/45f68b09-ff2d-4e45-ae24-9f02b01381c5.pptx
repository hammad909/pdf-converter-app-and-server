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5523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99" b="1" i="0">
                <a:solidFill>
                  <a:srgbClr val="000000"/>
                </a:solidFill>
              </a:rPr>
              <a:t>ABDUL </a:t>
            </a:r>
            <a:r>
              <a:rPr sz="2899" b="1" i="0">
                <a:solidFill>
                  <a:srgbClr val="000000"/>
                </a:solidFill>
              </a:rPr>
              <a:t>HASEEB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12474"/>
            <a:ext cx="7315200" cy="5523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99" b="1" i="0">
                <a:solidFill>
                  <a:srgbClr val="000000"/>
                </a:solidFill>
              </a:rPr>
              <a:t>KHAN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10548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0" i="0">
                <a:solidFill>
                  <a:srgbClr val="000000"/>
                </a:solidFill>
              </a:rPr>
              <a:t>Front-end </a:t>
            </a:r>
            <a:r>
              <a:rPr sz="1399" b="0" i="0">
                <a:solidFill>
                  <a:srgbClr val="000000"/>
                </a:solidFill>
              </a:rPr>
              <a:t>Back-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22872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0" i="0">
                <a:solidFill>
                  <a:srgbClr val="000000"/>
                </a:solidFill>
              </a:rPr>
              <a:t>end </a:t>
            </a:r>
            <a:r>
              <a:rPr sz="1399" b="0" i="0">
                <a:solidFill>
                  <a:srgbClr val="000000"/>
                </a:solidFill>
              </a:rPr>
              <a:t>developer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35196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03420529206 </a:t>
            </a:r>
            <a:r>
              <a:rPr sz="899" b="0" i="0">
                <a:solidFill>
                  <a:srgbClr val="000000"/>
                </a:solidFill>
              </a:rPr>
              <a:t>haseebkhan645411@gmail.c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52365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om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69534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1" i="0">
                <a:solidFill>
                  <a:srgbClr val="000000"/>
                </a:solidFill>
              </a:rPr>
              <a:t>WORK </a:t>
            </a:r>
            <a:r>
              <a:rPr sz="1399" b="1" i="0">
                <a:solidFill>
                  <a:srgbClr val="000000"/>
                </a:solidFill>
              </a:rPr>
              <a:t>EXPERIENCE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81858"/>
            <a:ext cx="7315200" cy="15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9" b="1" i="0">
                <a:solidFill>
                  <a:srgbClr val="000000"/>
                </a:solidFill>
              </a:rPr>
              <a:t>2020 </a:t>
            </a:r>
            <a:r>
              <a:rPr sz="799" b="1" i="0">
                <a:solidFill>
                  <a:srgbClr val="000000"/>
                </a:solidFill>
              </a:rPr>
              <a:t>– </a:t>
            </a:r>
            <a:r>
              <a:rPr sz="799" b="1" i="0">
                <a:solidFill>
                  <a:srgbClr val="000000"/>
                </a:solidFill>
              </a:rPr>
              <a:t>2025 </a:t>
            </a:r>
            <a:r>
              <a:rPr sz="1099" b="1" i="0">
                <a:solidFill>
                  <a:srgbClr val="000000"/>
                </a:solidFill>
              </a:rPr>
              <a:t>Fiverr.com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79977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pixel </a:t>
            </a:r>
            <a:r>
              <a:rPr sz="800" b="0" i="0">
                <a:solidFill>
                  <a:srgbClr val="000000"/>
                </a:solidFill>
              </a:rPr>
              <a:t>animator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78097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Working </a:t>
            </a:r>
            <a:r>
              <a:rPr sz="800" b="0" i="0">
                <a:solidFill>
                  <a:srgbClr val="000000"/>
                </a:solidFill>
              </a:rPr>
              <a:t>as </a:t>
            </a:r>
            <a:r>
              <a:rPr sz="800" b="0" i="0">
                <a:solidFill>
                  <a:srgbClr val="000000"/>
                </a:solidFill>
              </a:rPr>
              <a:t>an </a:t>
            </a:r>
            <a:r>
              <a:rPr sz="800" b="0" i="0">
                <a:solidFill>
                  <a:srgbClr val="000000"/>
                </a:solidFill>
              </a:rPr>
              <a:t>2d-animator </a:t>
            </a:r>
            <a:r>
              <a:rPr sz="800" b="0" i="0">
                <a:solidFill>
                  <a:srgbClr val="000000"/>
                </a:solidFill>
              </a:rPr>
              <a:t>in </a:t>
            </a:r>
            <a:r>
              <a:rPr sz="800" b="0" i="0">
                <a:solidFill>
                  <a:srgbClr val="000000"/>
                </a:solidFill>
              </a:rPr>
              <a:t>pixel </a:t>
            </a:r>
            <a:r>
              <a:rPr sz="800" b="0" i="0">
                <a:solidFill>
                  <a:srgbClr val="000000"/>
                </a:solidFill>
              </a:rPr>
              <a:t>art </a:t>
            </a:r>
            <a:r>
              <a:rPr sz="800" b="0" i="0">
                <a:solidFill>
                  <a:srgbClr val="000000"/>
                </a:solidFill>
              </a:rPr>
              <a:t>and </a:t>
            </a:r>
            <a:r>
              <a:rPr sz="800" b="0" i="0">
                <a:solidFill>
                  <a:srgbClr val="000000"/>
                </a:solidFill>
              </a:rPr>
              <a:t>game </a:t>
            </a:r>
            <a:r>
              <a:rPr sz="800" b="0" i="0">
                <a:solidFill>
                  <a:srgbClr val="000000"/>
                </a:solidFill>
              </a:rPr>
              <a:t>assets </a:t>
            </a:r>
            <a:r>
              <a:rPr sz="800" b="0" i="0">
                <a:solidFill>
                  <a:srgbClr val="000000"/>
                </a:solidFill>
              </a:rPr>
              <a:t>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076217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working </a:t>
            </a:r>
            <a:r>
              <a:rPr sz="800" b="0" i="0">
                <a:solidFill>
                  <a:srgbClr val="000000"/>
                </a:solidFill>
              </a:rPr>
              <a:t>on </a:t>
            </a:r>
            <a:r>
              <a:rPr sz="800" b="0" i="0">
                <a:solidFill>
                  <a:srgbClr val="000000"/>
                </a:solidFill>
              </a:rPr>
              <a:t>fiverr </a:t>
            </a:r>
            <a:r>
              <a:rPr sz="800" b="0" i="0">
                <a:solidFill>
                  <a:srgbClr val="000000"/>
                </a:solidFill>
              </a:rPr>
              <a:t>since </a:t>
            </a:r>
            <a:r>
              <a:rPr sz="800" b="0" i="0">
                <a:solidFill>
                  <a:srgbClr val="000000"/>
                </a:solidFill>
              </a:rPr>
              <a:t>2020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4337"/>
            <a:ext cx="7315200" cy="15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9" b="1" i="0">
                <a:solidFill>
                  <a:srgbClr val="000000"/>
                </a:solidFill>
              </a:rPr>
              <a:t>2023 </a:t>
            </a:r>
            <a:r>
              <a:rPr sz="1099" b="1" i="0">
                <a:solidFill>
                  <a:srgbClr val="000000"/>
                </a:solidFill>
              </a:rPr>
              <a:t>Transcription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72456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Translator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70576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Worked </a:t>
            </a:r>
            <a:r>
              <a:rPr sz="800" b="0" i="0">
                <a:solidFill>
                  <a:srgbClr val="000000"/>
                </a:solidFill>
              </a:rPr>
              <a:t>as </a:t>
            </a:r>
            <a:r>
              <a:rPr sz="800" b="0" i="0">
                <a:solidFill>
                  <a:srgbClr val="000000"/>
                </a:solidFill>
              </a:rPr>
              <a:t>an </a:t>
            </a:r>
            <a:r>
              <a:rPr sz="800" b="0" i="0">
                <a:solidFill>
                  <a:srgbClr val="000000"/>
                </a:solidFill>
              </a:rPr>
              <a:t>translator </a:t>
            </a:r>
            <a:r>
              <a:rPr sz="800" b="0" i="0">
                <a:solidFill>
                  <a:srgbClr val="000000"/>
                </a:solidFill>
              </a:rPr>
              <a:t>to </a:t>
            </a:r>
            <a:r>
              <a:rPr sz="800" b="0" i="0">
                <a:solidFill>
                  <a:srgbClr val="000000"/>
                </a:solidFill>
              </a:rPr>
              <a:t>translate </a:t>
            </a:r>
            <a:r>
              <a:rPr sz="800" b="0" i="0">
                <a:solidFill>
                  <a:srgbClr val="000000"/>
                </a:solidFill>
              </a:rPr>
              <a:t>dramas,series,films </a:t>
            </a:r>
            <a:r>
              <a:rPr sz="800" b="0" i="0">
                <a:solidFill>
                  <a:srgbClr val="000000"/>
                </a:solidFill>
              </a:rPr>
              <a:t>in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68696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different </a:t>
            </a:r>
            <a:r>
              <a:rPr sz="800" b="0" i="0">
                <a:solidFill>
                  <a:srgbClr val="000000"/>
                </a:solidFill>
              </a:rPr>
              <a:t>language </a:t>
            </a:r>
            <a:r>
              <a:rPr sz="800" b="0" i="0">
                <a:solidFill>
                  <a:srgbClr val="000000"/>
                </a:solidFill>
              </a:rPr>
              <a:t>.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66816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converting </a:t>
            </a:r>
            <a:r>
              <a:rPr sz="800" b="0" i="0">
                <a:solidFill>
                  <a:srgbClr val="000000"/>
                </a:solidFill>
              </a:rPr>
              <a:t>audio </a:t>
            </a:r>
            <a:r>
              <a:rPr sz="800" b="0" i="0">
                <a:solidFill>
                  <a:srgbClr val="000000"/>
                </a:solidFill>
              </a:rPr>
              <a:t>clips </a:t>
            </a:r>
            <a:r>
              <a:rPr sz="800" b="0" i="0">
                <a:solidFill>
                  <a:srgbClr val="000000"/>
                </a:solidFill>
              </a:rPr>
              <a:t>into </a:t>
            </a:r>
            <a:r>
              <a:rPr sz="800" b="0" i="0">
                <a:solidFill>
                  <a:srgbClr val="000000"/>
                </a:solidFill>
              </a:rPr>
              <a:t>subtitles.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64936"/>
            <a:ext cx="7315200" cy="15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9" b="1" i="0">
                <a:solidFill>
                  <a:srgbClr val="000000"/>
                </a:solidFill>
              </a:rPr>
              <a:t>2024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63055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NAVTTC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718229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full </a:t>
            </a:r>
            <a:r>
              <a:rPr sz="800" b="0" i="0">
                <a:solidFill>
                  <a:srgbClr val="000000"/>
                </a:solidFill>
              </a:rPr>
              <a:t>stack </a:t>
            </a:r>
            <a:r>
              <a:rPr sz="800" b="0" i="0">
                <a:solidFill>
                  <a:srgbClr val="000000"/>
                </a:solidFill>
              </a:rPr>
              <a:t>developer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done </a:t>
            </a:r>
            <a:r>
              <a:rPr sz="800" b="0" i="0">
                <a:solidFill>
                  <a:srgbClr val="000000"/>
                </a:solidFill>
              </a:rPr>
              <a:t>3-months </a:t>
            </a:r>
            <a:r>
              <a:rPr sz="800" b="0" i="0">
                <a:solidFill>
                  <a:srgbClr val="000000"/>
                </a:solidFill>
              </a:rPr>
              <a:t>full </a:t>
            </a:r>
            <a:r>
              <a:rPr sz="800" b="0" i="0">
                <a:solidFill>
                  <a:srgbClr val="000000"/>
                </a:solidFill>
              </a:rPr>
              <a:t>stack </a:t>
            </a:r>
            <a:r>
              <a:rPr sz="800" b="0" i="0">
                <a:solidFill>
                  <a:srgbClr val="000000"/>
                </a:solidFill>
              </a:rPr>
              <a:t>course </a:t>
            </a:r>
            <a:r>
              <a:rPr sz="800" b="0" i="0">
                <a:solidFill>
                  <a:srgbClr val="000000"/>
                </a:solidFill>
              </a:rPr>
              <a:t>with </a:t>
            </a:r>
            <a:r>
              <a:rPr sz="800" b="0" i="0">
                <a:solidFill>
                  <a:srgbClr val="000000"/>
                </a:solidFill>
              </a:rPr>
              <a:t>the </a:t>
            </a:r>
            <a:r>
              <a:rPr sz="800" b="0" i="0">
                <a:solidFill>
                  <a:srgbClr val="000000"/>
                </a:solidFill>
              </a:rPr>
              <a:t>company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12520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leadership.com.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10640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1" i="0">
                <a:solidFill>
                  <a:srgbClr val="000000"/>
                </a:solidFill>
              </a:rPr>
              <a:t>PROFILE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2964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haseeb </a:t>
            </a:r>
            <a:r>
              <a:rPr sz="899" b="0" i="0">
                <a:solidFill>
                  <a:srgbClr val="000000"/>
                </a:solidFill>
              </a:rPr>
              <a:t>khan </a:t>
            </a:r>
            <a:r>
              <a:rPr sz="899" b="0" i="0">
                <a:solidFill>
                  <a:srgbClr val="000000"/>
                </a:solidFill>
              </a:rPr>
              <a:t>(Linkdin)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40133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I </a:t>
            </a:r>
            <a:r>
              <a:rPr sz="899" b="0" i="0">
                <a:solidFill>
                  <a:srgbClr val="000000"/>
                </a:solidFill>
              </a:rPr>
              <a:t>am </a:t>
            </a:r>
            <a:r>
              <a:rPr sz="899" b="0" i="0">
                <a:solidFill>
                  <a:srgbClr val="000000"/>
                </a:solidFill>
              </a:rPr>
              <a:t>currently </a:t>
            </a:r>
            <a:r>
              <a:rPr sz="899" b="0" i="0">
                <a:solidFill>
                  <a:srgbClr val="000000"/>
                </a:solidFill>
              </a:rPr>
              <a:t>a </a:t>
            </a:r>
            <a:r>
              <a:rPr sz="899" b="0" i="0">
                <a:solidFill>
                  <a:srgbClr val="000000"/>
                </a:solidFill>
              </a:rPr>
              <a:t>seventh-semester </a:t>
            </a:r>
            <a:r>
              <a:rPr sz="899" b="0" i="0">
                <a:solidFill>
                  <a:srgbClr val="000000"/>
                </a:solidFill>
              </a:rPr>
              <a:t>student </a:t>
            </a:r>
            <a:r>
              <a:rPr sz="899" b="0" i="0">
                <a:solidFill>
                  <a:srgbClr val="000000"/>
                </a:solidFill>
              </a:rPr>
              <a:t>at </a:t>
            </a:r>
            <a:r>
              <a:rPr sz="899" b="0" i="0">
                <a:solidFill>
                  <a:srgbClr val="000000"/>
                </a:solidFill>
              </a:rPr>
              <a:t>SZABIST </a:t>
            </a:r>
            <a:r>
              <a:rPr sz="899" b="0" i="0">
                <a:solidFill>
                  <a:srgbClr val="000000"/>
                </a:solidFill>
              </a:rPr>
              <a:t>University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302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Islamabad, </a:t>
            </a:r>
            <a:r>
              <a:rPr sz="899" b="0" i="0">
                <a:solidFill>
                  <a:srgbClr val="000000"/>
                </a:solidFill>
              </a:rPr>
              <a:t>with </a:t>
            </a:r>
            <a:r>
              <a:rPr sz="899" b="0" i="0">
                <a:solidFill>
                  <a:srgbClr val="000000"/>
                </a:solidFill>
              </a:rPr>
              <a:t>a </a:t>
            </a:r>
            <a:r>
              <a:rPr sz="899" b="0" i="0">
                <a:solidFill>
                  <a:srgbClr val="000000"/>
                </a:solidFill>
              </a:rPr>
              <a:t>strong </a:t>
            </a:r>
            <a:r>
              <a:rPr sz="899" b="0" i="0">
                <a:solidFill>
                  <a:srgbClr val="000000"/>
                </a:solidFill>
              </a:rPr>
              <a:t>passion </a:t>
            </a:r>
            <a:r>
              <a:rPr sz="899" b="0" i="0">
                <a:solidFill>
                  <a:srgbClr val="000000"/>
                </a:solidFill>
              </a:rPr>
              <a:t>for </a:t>
            </a:r>
            <a:r>
              <a:rPr sz="899" b="0" i="0">
                <a:solidFill>
                  <a:srgbClr val="000000"/>
                </a:solidFill>
              </a:rPr>
              <a:t>design </a:t>
            </a:r>
            <a:r>
              <a:rPr sz="899" b="0" i="0">
                <a:solidFill>
                  <a:srgbClr val="000000"/>
                </a:solidFill>
              </a:rPr>
              <a:t>and </a:t>
            </a:r>
            <a:r>
              <a:rPr sz="899" b="0" i="0">
                <a:solidFill>
                  <a:srgbClr val="000000"/>
                </a:solidFill>
              </a:rPr>
              <a:t>development. </a:t>
            </a:r>
            <a:r>
              <a:rPr sz="899" b="0" i="0">
                <a:solidFill>
                  <a:srgbClr val="000000"/>
                </a:solidFill>
              </a:rPr>
              <a:t>I </a:t>
            </a:r>
            <a:r>
              <a:rPr sz="899" b="0" i="0">
                <a:solidFill>
                  <a:srgbClr val="000000"/>
                </a:solidFill>
              </a:rPr>
              <a:t>am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74471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actively </a:t>
            </a:r>
            <a:r>
              <a:rPr sz="899" b="0" i="0">
                <a:solidFill>
                  <a:srgbClr val="000000"/>
                </a:solidFill>
              </a:rPr>
              <a:t>seeking </a:t>
            </a:r>
            <a:r>
              <a:rPr sz="899" b="0" i="0">
                <a:solidFill>
                  <a:srgbClr val="000000"/>
                </a:solidFill>
              </a:rPr>
              <a:t>both </a:t>
            </a:r>
            <a:r>
              <a:rPr sz="899" b="0" i="0">
                <a:solidFill>
                  <a:srgbClr val="000000"/>
                </a:solidFill>
              </a:rPr>
              <a:t>on-site </a:t>
            </a:r>
            <a:r>
              <a:rPr sz="899" b="0" i="0">
                <a:solidFill>
                  <a:srgbClr val="000000"/>
                </a:solidFill>
              </a:rPr>
              <a:t>and </a:t>
            </a:r>
            <a:r>
              <a:rPr sz="899" b="0" i="0">
                <a:solidFill>
                  <a:srgbClr val="000000"/>
                </a:solidFill>
              </a:rPr>
              <a:t>off-site </a:t>
            </a:r>
            <a:r>
              <a:rPr sz="899" b="0" i="0">
                <a:solidFill>
                  <a:srgbClr val="000000"/>
                </a:solidFill>
              </a:rPr>
              <a:t>opportunities </a:t>
            </a:r>
            <a:r>
              <a:rPr sz="899" b="0" i="0">
                <a:solidFill>
                  <a:srgbClr val="000000"/>
                </a:solidFill>
              </a:rPr>
              <a:t>to </a:t>
            </a:r>
            <a:r>
              <a:rPr sz="899" b="0" i="0">
                <a:solidFill>
                  <a:srgbClr val="000000"/>
                </a:solidFill>
              </a:rPr>
              <a:t>expand </a:t>
            </a:r>
            <a:r>
              <a:rPr sz="899" b="0" i="0">
                <a:solidFill>
                  <a:srgbClr val="000000"/>
                </a:solidFill>
              </a:rPr>
              <a:t>my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91640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skill </a:t>
            </a:r>
            <a:r>
              <a:rPr sz="899" b="0" i="0">
                <a:solidFill>
                  <a:srgbClr val="000000"/>
                </a:solidFill>
              </a:rPr>
              <a:t>set </a:t>
            </a:r>
            <a:r>
              <a:rPr sz="899" b="0" i="0">
                <a:solidFill>
                  <a:srgbClr val="000000"/>
                </a:solidFill>
              </a:rPr>
              <a:t>and </a:t>
            </a:r>
            <a:r>
              <a:rPr sz="899" b="0" i="0">
                <a:solidFill>
                  <a:srgbClr val="000000"/>
                </a:solidFill>
              </a:rPr>
              <a:t>gain </a:t>
            </a:r>
            <a:r>
              <a:rPr sz="899" b="0" i="0">
                <a:solidFill>
                  <a:srgbClr val="000000"/>
                </a:solidFill>
              </a:rPr>
              <a:t>new </a:t>
            </a:r>
            <a:r>
              <a:rPr sz="899" b="0" i="0">
                <a:solidFill>
                  <a:srgbClr val="000000"/>
                </a:solidFill>
              </a:rPr>
              <a:t>knowledge. </a:t>
            </a:r>
            <a:r>
              <a:rPr sz="899" b="0" i="0">
                <a:solidFill>
                  <a:srgbClr val="000000"/>
                </a:solidFill>
              </a:rPr>
              <a:t>My </a:t>
            </a:r>
            <a:r>
              <a:rPr sz="899" b="0" i="0">
                <a:solidFill>
                  <a:srgbClr val="000000"/>
                </a:solidFill>
              </a:rPr>
              <a:t>goal </a:t>
            </a:r>
            <a:r>
              <a:rPr sz="899" b="0" i="0">
                <a:solidFill>
                  <a:srgbClr val="000000"/>
                </a:solidFill>
              </a:rPr>
              <a:t>is </a:t>
            </a:r>
            <a:r>
              <a:rPr sz="899" b="0" i="0">
                <a:solidFill>
                  <a:srgbClr val="000000"/>
                </a:solidFill>
              </a:rPr>
              <a:t>to </a:t>
            </a:r>
            <a:r>
              <a:rPr sz="899" b="0" i="0">
                <a:solidFill>
                  <a:srgbClr val="000000"/>
                </a:solidFill>
              </a:rPr>
              <a:t>refine </a:t>
            </a:r>
            <a:r>
              <a:rPr sz="899" b="0" i="0">
                <a:solidFill>
                  <a:srgbClr val="000000"/>
                </a:solidFill>
              </a:rPr>
              <a:t>my </a:t>
            </a:r>
            <a:r>
              <a:rPr sz="899" b="0" i="0">
                <a:solidFill>
                  <a:srgbClr val="000000"/>
                </a:solidFill>
              </a:rPr>
              <a:t>abilities </a:t>
            </a:r>
            <a:r>
              <a:rPr sz="899" b="0" i="0">
                <a:solidFill>
                  <a:srgbClr val="000000"/>
                </a:solidFill>
              </a:rPr>
              <a:t>to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08809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align </a:t>
            </a:r>
            <a:r>
              <a:rPr sz="899" b="0" i="0">
                <a:solidFill>
                  <a:srgbClr val="000000"/>
                </a:solidFill>
              </a:rPr>
              <a:t>with </a:t>
            </a:r>
            <a:r>
              <a:rPr sz="899" b="0" i="0">
                <a:solidFill>
                  <a:srgbClr val="000000"/>
                </a:solidFill>
              </a:rPr>
              <a:t>my </a:t>
            </a:r>
            <a:r>
              <a:rPr sz="899" b="0" i="0">
                <a:solidFill>
                  <a:srgbClr val="000000"/>
                </a:solidFill>
              </a:rPr>
              <a:t>future </a:t>
            </a:r>
            <a:r>
              <a:rPr sz="899" b="0" i="0">
                <a:solidFill>
                  <a:srgbClr val="000000"/>
                </a:solidFill>
              </a:rPr>
              <a:t>aspirations, </a:t>
            </a:r>
            <a:r>
              <a:rPr sz="899" b="0" i="0">
                <a:solidFill>
                  <a:srgbClr val="000000"/>
                </a:solidFill>
              </a:rPr>
              <a:t>while </a:t>
            </a:r>
            <a:r>
              <a:rPr sz="899" b="0" i="0">
                <a:solidFill>
                  <a:srgbClr val="000000"/>
                </a:solidFill>
              </a:rPr>
              <a:t>embracing </a:t>
            </a:r>
            <a:r>
              <a:rPr sz="899" b="0" i="0">
                <a:solidFill>
                  <a:srgbClr val="000000"/>
                </a:solidFill>
              </a:rPr>
              <a:t>the </a:t>
            </a:r>
            <a:r>
              <a:rPr sz="899" b="0" i="0">
                <a:solidFill>
                  <a:srgbClr val="000000"/>
                </a:solidFill>
              </a:rPr>
              <a:t>learning </a:t>
            </a:r>
            <a:r>
              <a:rPr sz="899" b="0" i="0">
                <a:solidFill>
                  <a:srgbClr val="000000"/>
                </a:solidFill>
              </a:rPr>
              <a:t>process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5978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and </a:t>
            </a:r>
            <a:r>
              <a:rPr sz="899" b="0" i="0">
                <a:solidFill>
                  <a:srgbClr val="000000"/>
                </a:solidFill>
              </a:rPr>
              <a:t>adapting </a:t>
            </a:r>
            <a:r>
              <a:rPr sz="899" b="0" i="0">
                <a:solidFill>
                  <a:srgbClr val="000000"/>
                </a:solidFill>
              </a:rPr>
              <a:t>to </a:t>
            </a:r>
            <a:r>
              <a:rPr sz="899" b="0" i="0">
                <a:solidFill>
                  <a:srgbClr val="000000"/>
                </a:solidFill>
              </a:rPr>
              <a:t>various </a:t>
            </a:r>
            <a:r>
              <a:rPr sz="899" b="0" i="0">
                <a:solidFill>
                  <a:srgbClr val="000000"/>
                </a:solidFill>
              </a:rPr>
              <a:t>environments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43147"/>
            <a:ext cx="731520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99" b="1" i="0">
                <a:solidFill>
                  <a:srgbClr val="000000"/>
                </a:solidFill>
              </a:rPr>
              <a:t>Bachelor </a:t>
            </a:r>
            <a:r>
              <a:rPr sz="1199" b="1" i="0">
                <a:solidFill>
                  <a:srgbClr val="000000"/>
                </a:solidFill>
              </a:rPr>
              <a:t>in </a:t>
            </a:r>
            <a:r>
              <a:rPr sz="1199" b="1" i="0">
                <a:solidFill>
                  <a:srgbClr val="000000"/>
                </a:solidFill>
              </a:rPr>
              <a:t>Computer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7466"/>
            <a:ext cx="731520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99" b="1" i="0">
                <a:solidFill>
                  <a:srgbClr val="000000"/>
                </a:solidFill>
              </a:rPr>
              <a:t>Science </a:t>
            </a:r>
            <a:r>
              <a:rPr sz="1199" b="1" i="0">
                <a:solidFill>
                  <a:srgbClr val="000000"/>
                </a:solidFill>
              </a:rPr>
              <a:t>(UG)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91785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1" i="0">
                <a:solidFill>
                  <a:srgbClr val="000000"/>
                </a:solidFill>
              </a:rPr>
              <a:t>Szabist </a:t>
            </a:r>
            <a:r>
              <a:rPr sz="999" b="1" i="0">
                <a:solidFill>
                  <a:srgbClr val="000000"/>
                </a:solidFill>
              </a:rPr>
              <a:t>University </a:t>
            </a:r>
            <a:r>
              <a:rPr sz="999" b="1" i="0">
                <a:solidFill>
                  <a:srgbClr val="000000"/>
                </a:solidFill>
              </a:rPr>
              <a:t>H-8/4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27957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1" i="0">
                <a:solidFill>
                  <a:srgbClr val="000000"/>
                </a:solidFill>
              </a:rPr>
              <a:t>islamabad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164129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2021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81298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1" i="0">
                <a:solidFill>
                  <a:srgbClr val="000000"/>
                </a:solidFill>
              </a:rPr>
              <a:t>KIPS </a:t>
            </a:r>
            <a:r>
              <a:rPr sz="999" b="1" i="0">
                <a:solidFill>
                  <a:srgbClr val="000000"/>
                </a:solidFill>
              </a:rPr>
              <a:t>College </a:t>
            </a:r>
            <a:r>
              <a:rPr sz="999" b="1" i="0">
                <a:solidFill>
                  <a:srgbClr val="000000"/>
                </a:solidFill>
              </a:rPr>
              <a:t>G-9 </a:t>
            </a:r>
            <a:r>
              <a:rPr sz="999" b="1" i="0">
                <a:solidFill>
                  <a:srgbClr val="000000"/>
                </a:solidFill>
              </a:rPr>
              <a:t>Islamabad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17470"/>
            <a:ext cx="731520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99" b="1" i="0">
                <a:solidFill>
                  <a:srgbClr val="000000"/>
                </a:solidFill>
              </a:rPr>
              <a:t>FSC </a:t>
            </a:r>
            <a:r>
              <a:rPr sz="1199" b="1" i="0">
                <a:solidFill>
                  <a:srgbClr val="000000"/>
                </a:solidFill>
              </a:rPr>
              <a:t>: </a:t>
            </a:r>
            <a:r>
              <a:rPr sz="1199" b="1" i="0">
                <a:solidFill>
                  <a:srgbClr val="000000"/>
                </a:solidFill>
              </a:rPr>
              <a:t>Pre-Engineering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1789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2018 </a:t>
            </a:r>
            <a:r>
              <a:rPr sz="899" b="0" i="0">
                <a:solidFill>
                  <a:srgbClr val="000000"/>
                </a:solidFill>
              </a:rPr>
              <a:t>- </a:t>
            </a:r>
            <a:r>
              <a:rPr sz="899" b="0" i="0">
                <a:solidFill>
                  <a:srgbClr val="000000"/>
                </a:solidFill>
              </a:rPr>
              <a:t>2020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108958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1" i="0">
                <a:solidFill>
                  <a:srgbClr val="000000"/>
                </a:solidFill>
              </a:rPr>
              <a:t>Fazaia </a:t>
            </a:r>
            <a:r>
              <a:rPr sz="999" b="1" i="0">
                <a:solidFill>
                  <a:srgbClr val="000000"/>
                </a:solidFill>
              </a:rPr>
              <a:t>Inter </a:t>
            </a:r>
            <a:r>
              <a:rPr sz="999" b="1" i="0">
                <a:solidFill>
                  <a:srgbClr val="000000"/>
                </a:solidFill>
              </a:rPr>
              <a:t>College </a:t>
            </a:r>
            <a:r>
              <a:rPr sz="999" b="1" i="0">
                <a:solidFill>
                  <a:srgbClr val="000000"/>
                </a:solidFill>
              </a:rPr>
              <a:t>E-9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345130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1" i="0">
                <a:solidFill>
                  <a:srgbClr val="000000"/>
                </a:solidFill>
              </a:rPr>
              <a:t>Islamabad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581302"/>
            <a:ext cx="731520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99" b="1" i="0">
                <a:solidFill>
                  <a:srgbClr val="000000"/>
                </a:solidFill>
              </a:rPr>
              <a:t>Matric </a:t>
            </a:r>
            <a:r>
              <a:rPr sz="1199" b="1" i="0">
                <a:solidFill>
                  <a:srgbClr val="000000"/>
                </a:solidFill>
              </a:rPr>
              <a:t>: </a:t>
            </a:r>
            <a:r>
              <a:rPr sz="1199" b="1" i="0">
                <a:solidFill>
                  <a:srgbClr val="000000"/>
                </a:solidFill>
              </a:rPr>
              <a:t>Computer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2285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99" b="1" i="0">
                <a:solidFill>
                  <a:srgbClr val="000000"/>
                </a:solidFill>
              </a:rPr>
              <a:t>Science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19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2016 </a:t>
            </a:r>
            <a:r>
              <a:rPr sz="899" b="0" i="0">
                <a:solidFill>
                  <a:srgbClr val="000000"/>
                </a:solidFill>
              </a:rPr>
              <a:t>- </a:t>
            </a:r>
            <a:r>
              <a:rPr sz="899" b="0" i="0">
                <a:solidFill>
                  <a:srgbClr val="000000"/>
                </a:solidFill>
              </a:rPr>
              <a:t>2018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05888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1" i="0">
                <a:solidFill>
                  <a:srgbClr val="000000"/>
                </a:solidFill>
              </a:rPr>
              <a:t>EDUCATION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18212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1" i="0">
                <a:solidFill>
                  <a:srgbClr val="000000"/>
                </a:solidFill>
              </a:rPr>
              <a:t>SKILLS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30536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English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66708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German </a:t>
            </a:r>
            <a:r>
              <a:rPr sz="999" b="0" i="0">
                <a:solidFill>
                  <a:srgbClr val="000000"/>
                </a:solidFill>
              </a:rPr>
              <a:t>(Learning)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02880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French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39052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1" i="0">
                <a:solidFill>
                  <a:srgbClr val="000000"/>
                </a:solidFill>
              </a:rPr>
              <a:t>LANGUAGE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51376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C++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87548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C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3720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html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59892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css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96064"/>
            <a:ext cx="7315200" cy="2666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99" b="1" i="0">
                <a:solidFill>
                  <a:srgbClr val="000000"/>
                </a:solidFill>
              </a:rPr>
              <a:t>CERTIFICATION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08388"/>
            <a:ext cx="7315200" cy="152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99" b="1" i="0">
                <a:solidFill>
                  <a:srgbClr val="000000"/>
                </a:solidFill>
              </a:rPr>
              <a:t>2024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06507"/>
            <a:ext cx="7315200" cy="2094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99" b="1" i="0">
                <a:solidFill>
                  <a:srgbClr val="000000"/>
                </a:solidFill>
              </a:rPr>
              <a:t>GOOGLE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61681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google </a:t>
            </a:r>
            <a:r>
              <a:rPr sz="800" b="0" i="0">
                <a:solidFill>
                  <a:srgbClr val="000000"/>
                </a:solidFill>
              </a:rPr>
              <a:t>ads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59801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done </a:t>
            </a:r>
            <a:r>
              <a:rPr sz="800" b="0" i="0">
                <a:solidFill>
                  <a:srgbClr val="000000"/>
                </a:solidFill>
              </a:rPr>
              <a:t>1-month </a:t>
            </a:r>
            <a:r>
              <a:rPr sz="800" b="0" i="0">
                <a:solidFill>
                  <a:srgbClr val="000000"/>
                </a:solidFill>
              </a:rPr>
              <a:t>google </a:t>
            </a:r>
            <a:r>
              <a:rPr sz="800" b="0" i="0">
                <a:solidFill>
                  <a:srgbClr val="000000"/>
                </a:solidFill>
              </a:rPr>
              <a:t>ads </a:t>
            </a:r>
            <a:r>
              <a:rPr sz="800" b="0" i="0">
                <a:solidFill>
                  <a:srgbClr val="000000"/>
                </a:solidFill>
              </a:rPr>
              <a:t>campaign.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57921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running </a:t>
            </a:r>
            <a:r>
              <a:rPr sz="800" b="0" i="0">
                <a:solidFill>
                  <a:srgbClr val="000000"/>
                </a:solidFill>
              </a:rPr>
              <a:t>google </a:t>
            </a:r>
            <a:r>
              <a:rPr sz="800" b="0" i="0">
                <a:solidFill>
                  <a:srgbClr val="000000"/>
                </a:solidFill>
              </a:rPr>
              <a:t>campaign </a:t>
            </a:r>
            <a:r>
              <a:rPr sz="800" b="0" i="0">
                <a:solidFill>
                  <a:srgbClr val="000000"/>
                </a:solidFill>
              </a:rPr>
              <a:t>ads </a:t>
            </a:r>
            <a:r>
              <a:rPr sz="800" b="0" i="0">
                <a:solidFill>
                  <a:srgbClr val="000000"/>
                </a:solidFill>
              </a:rPr>
              <a:t>on </a:t>
            </a:r>
            <a:r>
              <a:rPr sz="800" b="0" i="0">
                <a:solidFill>
                  <a:srgbClr val="000000"/>
                </a:solidFill>
              </a:rPr>
              <a:t>e-mails,youtube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56041"/>
            <a:ext cx="7315200" cy="152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 i="0">
                <a:solidFill>
                  <a:srgbClr val="000000"/>
                </a:solidFill>
              </a:rPr>
              <a:t>intervals,poster </a:t>
            </a:r>
            <a:r>
              <a:rPr sz="800" b="0" i="0">
                <a:solidFill>
                  <a:srgbClr val="000000"/>
                </a:solidFill>
              </a:rPr>
              <a:t>ads.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554161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Bootstrap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React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50572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Javascript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86744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Java </a:t>
            </a:r>
            <a:r>
              <a:rPr sz="999" b="0" i="0">
                <a:solidFill>
                  <a:srgbClr val="000000"/>
                </a:solidFill>
              </a:rPr>
              <a:t>(GUI,Oop)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22916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Node.js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59088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Sql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95260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swyft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432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Python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7604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Kotlin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03776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2d-pixel </a:t>
            </a:r>
            <a:r>
              <a:rPr sz="999" b="0" i="0">
                <a:solidFill>
                  <a:srgbClr val="000000"/>
                </a:solidFill>
              </a:rPr>
              <a:t>animation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39948"/>
            <a:ext cx="7315200" cy="1904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99" b="0" i="0">
                <a:solidFill>
                  <a:srgbClr val="000000"/>
                </a:solidFill>
              </a:rPr>
              <a:t>2d-pixel </a:t>
            </a:r>
            <a:r>
              <a:rPr sz="999" b="0" i="0">
                <a:solidFill>
                  <a:srgbClr val="000000"/>
                </a:solidFill>
              </a:rPr>
              <a:t>game </a:t>
            </a:r>
            <a:r>
              <a:rPr sz="999" b="0" i="0">
                <a:solidFill>
                  <a:srgbClr val="000000"/>
                </a:solidFill>
              </a:rPr>
              <a:t>assets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76120"/>
            <a:ext cx="7315200" cy="1714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99" b="0" i="0">
                <a:solidFill>
                  <a:srgbClr val="000000"/>
                </a:solidFill>
              </a:rPr>
              <a:t>haseebszabist </a:t>
            </a:r>
            <a:r>
              <a:rPr sz="899" b="0" i="0">
                <a:solidFill>
                  <a:srgbClr val="000000"/>
                </a:solidFill>
              </a:rPr>
              <a:t>(Github)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59595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