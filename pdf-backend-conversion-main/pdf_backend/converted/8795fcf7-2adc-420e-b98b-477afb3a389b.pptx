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181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94" b="0" i="0">
                <a:solidFill>
                  <a:srgbClr val="000000"/>
                </a:solidFill>
              </a:rPr>
              <a:t>APEXCIFY </a:t>
            </a:r>
            <a:r>
              <a:rPr sz="2194" b="0" i="0">
                <a:solidFill>
                  <a:srgbClr val="000000"/>
                </a:solidFill>
              </a:rPr>
              <a:t>TECHNOLOGYS </a:t>
            </a:r>
            <a:r>
              <a:rPr sz="2194" b="0" i="0">
                <a:solidFill>
                  <a:srgbClr val="000000"/>
                </a:solidFill>
              </a:rPr>
              <a:t>INTERNSHIP </a:t>
            </a:r>
            <a:r>
              <a:rPr sz="2194" b="0" i="0">
                <a:solidFill>
                  <a:srgbClr val="000000"/>
                </a:solidFill>
              </a:rPr>
              <a:t>PROGRAM </a:t>
            </a:r>
            <a:r>
              <a:rPr sz="2194" b="0" i="0">
                <a:solidFill>
                  <a:srgbClr val="000000"/>
                </a:solidFill>
              </a:rPr>
              <a:t>2025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8267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00000"/>
                </a:solidFill>
              </a:rPr>
              <a:t>STUDENTID </a:t>
            </a:r>
            <a:r>
              <a:rPr sz="1105" b="0" i="0">
                <a:solidFill>
                  <a:srgbClr val="000000"/>
                </a:solidFill>
              </a:rPr>
              <a:t>:AT/837/2000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52587"/>
            <a:ext cx="73152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000000"/>
                </a:solidFill>
              </a:rPr>
              <a:t>CERTIFICATE </a:t>
            </a:r>
            <a:r>
              <a:rPr sz="1800" b="1" i="0">
                <a:solidFill>
                  <a:srgbClr val="000000"/>
                </a:solidFill>
              </a:rPr>
              <a:t>OF </a:t>
            </a:r>
            <a:r>
              <a:rPr sz="1800" b="1" i="0">
                <a:solidFill>
                  <a:srgbClr val="000000"/>
                </a:solidFill>
              </a:rPr>
              <a:t>COMPLETION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41207"/>
            <a:ext cx="7315200" cy="3038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94" b="1" i="0">
                <a:solidFill>
                  <a:srgbClr val="000000"/>
                </a:solidFill>
              </a:rPr>
              <a:t>TO </a:t>
            </a:r>
            <a:r>
              <a:rPr sz="1594" b="1" i="0">
                <a:solidFill>
                  <a:srgbClr val="000000"/>
                </a:solidFill>
              </a:rPr>
              <a:t>WHOM </a:t>
            </a:r>
            <a:r>
              <a:rPr sz="1594" b="1" i="0">
                <a:solidFill>
                  <a:srgbClr val="000000"/>
                </a:solidFill>
              </a:rPr>
              <a:t>IT </a:t>
            </a:r>
            <a:r>
              <a:rPr sz="1594" b="1" i="0">
                <a:solidFill>
                  <a:srgbClr val="000000"/>
                </a:solidFill>
              </a:rPr>
              <a:t>MAY </a:t>
            </a:r>
            <a:r>
              <a:rPr sz="1594" b="1" i="0">
                <a:solidFill>
                  <a:srgbClr val="000000"/>
                </a:solidFill>
              </a:rPr>
              <a:t>CONCERN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90774"/>
            <a:ext cx="73152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000000"/>
                </a:solidFill>
              </a:rPr>
              <a:t>It </a:t>
            </a:r>
            <a:r>
              <a:rPr sz="1500" b="0" i="0">
                <a:solidFill>
                  <a:srgbClr val="000000"/>
                </a:solidFill>
              </a:rPr>
              <a:t>is </a:t>
            </a:r>
            <a:r>
              <a:rPr sz="1500" b="0" i="0">
                <a:solidFill>
                  <a:srgbClr val="000000"/>
                </a:solidFill>
              </a:rPr>
              <a:t>to </a:t>
            </a:r>
            <a:r>
              <a:rPr sz="1500" b="0" i="0">
                <a:solidFill>
                  <a:srgbClr val="000000"/>
                </a:solidFill>
              </a:rPr>
              <a:t>be </a:t>
            </a:r>
            <a:r>
              <a:rPr sz="1500" b="0" i="0">
                <a:solidFill>
                  <a:srgbClr val="000000"/>
                </a:solidFill>
              </a:rPr>
              <a:t>certified </a:t>
            </a:r>
            <a:r>
              <a:rPr sz="1500" b="0" i="0">
                <a:solidFill>
                  <a:srgbClr val="000000"/>
                </a:solidFill>
              </a:rPr>
              <a:t>that </a:t>
            </a:r>
            <a:r>
              <a:rPr sz="1500" b="1" i="0">
                <a:solidFill>
                  <a:srgbClr val="000000"/>
                </a:solidFill>
              </a:rPr>
              <a:t>Abdul </a:t>
            </a:r>
            <a:r>
              <a:rPr sz="1500" b="1" i="0">
                <a:solidFill>
                  <a:srgbClr val="000000"/>
                </a:solidFill>
              </a:rPr>
              <a:t>Haseeb </a:t>
            </a:r>
            <a:r>
              <a:rPr sz="1500" b="0" i="0">
                <a:solidFill>
                  <a:srgbClr val="000000"/>
                </a:solidFill>
              </a:rPr>
              <a:t>was </a:t>
            </a:r>
            <a:r>
              <a:rPr sz="1500" b="0" i="0">
                <a:solidFill>
                  <a:srgbClr val="000000"/>
                </a:solidFill>
              </a:rPr>
              <a:t>an </a:t>
            </a:r>
            <a:r>
              <a:rPr sz="1500" b="0" i="0">
                <a:solidFill>
                  <a:srgbClr val="000000"/>
                </a:solidFill>
              </a:rPr>
              <a:t>active </a:t>
            </a:r>
            <a:r>
              <a:rPr sz="1500" b="0" i="0">
                <a:solidFill>
                  <a:srgbClr val="000000"/>
                </a:solidFill>
              </a:rPr>
              <a:t>Participant </a:t>
            </a:r>
            <a:r>
              <a:rPr sz="1500" b="0" i="0">
                <a:solidFill>
                  <a:srgbClr val="000000"/>
                </a:solidFill>
              </a:rPr>
              <a:t>at </a:t>
            </a:r>
            <a:r>
              <a:rPr sz="1500" b="0" i="0">
                <a:solidFill>
                  <a:srgbClr val="000000"/>
                </a:solidFill>
              </a:rPr>
              <a:t>Apexcify </a:t>
            </a:r>
            <a:r>
              <a:rPr sz="1500" b="0" i="0">
                <a:solidFill>
                  <a:srgbClr val="000000"/>
                </a:solidFill>
              </a:rPr>
              <a:t>Technologys </a:t>
            </a:r>
            <a:r>
              <a:rPr sz="1500" b="0" i="0">
                <a:solidFill>
                  <a:srgbClr val="000000"/>
                </a:solidFill>
              </a:rPr>
              <a:t>Virtual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22244"/>
            <a:ext cx="73152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000000"/>
                </a:solidFill>
              </a:rPr>
              <a:t>Internship </a:t>
            </a:r>
            <a:r>
              <a:rPr sz="1500" b="0" i="0">
                <a:solidFill>
                  <a:srgbClr val="000000"/>
                </a:solidFill>
              </a:rPr>
              <a:t>Program </a:t>
            </a:r>
            <a:r>
              <a:rPr sz="1500" b="0" i="0">
                <a:solidFill>
                  <a:srgbClr val="000000"/>
                </a:solidFill>
              </a:rPr>
              <a:t>in </a:t>
            </a:r>
            <a:r>
              <a:rPr sz="1500" b="1" i="0">
                <a:solidFill>
                  <a:srgbClr val="000000"/>
                </a:solidFill>
              </a:rPr>
              <a:t>Artificial </a:t>
            </a:r>
            <a:r>
              <a:rPr sz="1500" b="1" i="0">
                <a:solidFill>
                  <a:srgbClr val="000000"/>
                </a:solidFill>
              </a:rPr>
              <a:t>Intelligent </a:t>
            </a:r>
            <a:r>
              <a:rPr sz="1500" b="0" i="0">
                <a:solidFill>
                  <a:srgbClr val="000000"/>
                </a:solidFill>
              </a:rPr>
              <a:t>and </a:t>
            </a:r>
            <a:r>
              <a:rPr sz="1500" b="0" i="0">
                <a:solidFill>
                  <a:srgbClr val="000000"/>
                </a:solidFill>
              </a:rPr>
              <a:t>complete </a:t>
            </a:r>
            <a:r>
              <a:rPr sz="1500" b="0" i="0">
                <a:solidFill>
                  <a:srgbClr val="000000"/>
                </a:solidFill>
              </a:rPr>
              <a:t>all </a:t>
            </a:r>
            <a:r>
              <a:rPr sz="1500" b="0" i="0">
                <a:solidFill>
                  <a:srgbClr val="000000"/>
                </a:solidFill>
              </a:rPr>
              <a:t>the </a:t>
            </a:r>
            <a:r>
              <a:rPr sz="1500" b="0" i="0">
                <a:solidFill>
                  <a:srgbClr val="000000"/>
                </a:solidFill>
              </a:rPr>
              <a:t>tasks </a:t>
            </a:r>
            <a:r>
              <a:rPr sz="1500" b="0" i="0">
                <a:solidFill>
                  <a:srgbClr val="000000"/>
                </a:solidFill>
              </a:rPr>
              <a:t>with </a:t>
            </a:r>
            <a:r>
              <a:rPr sz="1500" b="0" i="0">
                <a:solidFill>
                  <a:srgbClr val="000000"/>
                </a:solidFill>
              </a:rPr>
              <a:t>dedication </a:t>
            </a:r>
            <a:r>
              <a:rPr sz="1500" b="0" i="0">
                <a:solidFill>
                  <a:srgbClr val="000000"/>
                </a:solidFill>
              </a:rPr>
              <a:t>and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53714"/>
            <a:ext cx="73152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000000"/>
                </a:solidFill>
              </a:rPr>
              <a:t>hardwork. </a:t>
            </a:r>
            <a:r>
              <a:rPr sz="1500" b="0" i="0">
                <a:solidFill>
                  <a:srgbClr val="000000"/>
                </a:solidFill>
              </a:rPr>
              <a:t>We </a:t>
            </a:r>
            <a:r>
              <a:rPr sz="1500" b="0" i="0">
                <a:solidFill>
                  <a:srgbClr val="000000"/>
                </a:solidFill>
              </a:rPr>
              <a:t>really </a:t>
            </a:r>
            <a:r>
              <a:rPr sz="1500" b="0" i="0">
                <a:solidFill>
                  <a:srgbClr val="000000"/>
                </a:solidFill>
              </a:rPr>
              <a:t>appreciate </a:t>
            </a:r>
            <a:r>
              <a:rPr sz="1500" b="0" i="0">
                <a:solidFill>
                  <a:srgbClr val="000000"/>
                </a:solidFill>
              </a:rPr>
              <a:t>your </a:t>
            </a:r>
            <a:r>
              <a:rPr sz="1500" b="0" i="0">
                <a:solidFill>
                  <a:srgbClr val="000000"/>
                </a:solidFill>
              </a:rPr>
              <a:t>efforts </a:t>
            </a:r>
            <a:r>
              <a:rPr sz="1500" b="0" i="0">
                <a:solidFill>
                  <a:srgbClr val="000000"/>
                </a:solidFill>
              </a:rPr>
              <a:t>taken </a:t>
            </a:r>
            <a:r>
              <a:rPr sz="1500" b="0" i="0">
                <a:solidFill>
                  <a:srgbClr val="000000"/>
                </a:solidFill>
              </a:rPr>
              <a:t>and </a:t>
            </a:r>
            <a:r>
              <a:rPr sz="1500" b="0" i="0">
                <a:solidFill>
                  <a:srgbClr val="000000"/>
                </a:solidFill>
              </a:rPr>
              <a:t>wish </a:t>
            </a:r>
            <a:r>
              <a:rPr sz="1500" b="0" i="0">
                <a:solidFill>
                  <a:srgbClr val="000000"/>
                </a:solidFill>
              </a:rPr>
              <a:t>you </a:t>
            </a:r>
            <a:r>
              <a:rPr sz="1500" b="0" i="0">
                <a:solidFill>
                  <a:srgbClr val="000000"/>
                </a:solidFill>
              </a:rPr>
              <a:t>all </a:t>
            </a:r>
            <a:r>
              <a:rPr sz="1500" b="0" i="0">
                <a:solidFill>
                  <a:srgbClr val="000000"/>
                </a:solidFill>
              </a:rPr>
              <a:t>the </a:t>
            </a:r>
            <a:r>
              <a:rPr sz="1500" b="0" i="0">
                <a:solidFill>
                  <a:srgbClr val="000000"/>
                </a:solidFill>
              </a:rPr>
              <a:t>best </a:t>
            </a:r>
            <a:r>
              <a:rPr sz="1500" b="0" i="0">
                <a:solidFill>
                  <a:srgbClr val="000000"/>
                </a:solidFill>
              </a:rPr>
              <a:t>for </a:t>
            </a:r>
            <a:r>
              <a:rPr sz="1500" b="0" i="0">
                <a:solidFill>
                  <a:srgbClr val="000000"/>
                </a:solidFill>
              </a:rPr>
              <a:t>the </a:t>
            </a:r>
            <a:r>
              <a:rPr sz="1500" b="0" i="0">
                <a:solidFill>
                  <a:srgbClr val="000000"/>
                </a:solidFill>
              </a:rPr>
              <a:t>future.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5184"/>
            <a:ext cx="73152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000000"/>
                </a:solidFill>
              </a:rPr>
              <a:t>10 </a:t>
            </a:r>
            <a:r>
              <a:rPr sz="969" b="0" i="0">
                <a:solidFill>
                  <a:srgbClr val="000000"/>
                </a:solidFill>
              </a:rPr>
              <a:t>th </a:t>
            </a:r>
            <a:r>
              <a:rPr sz="1500" b="0" i="0">
                <a:solidFill>
                  <a:srgbClr val="000000"/>
                </a:solidFill>
              </a:rPr>
              <a:t>August </a:t>
            </a:r>
            <a:r>
              <a:rPr sz="1500" b="0" i="0">
                <a:solidFill>
                  <a:srgbClr val="000000"/>
                </a:solidFill>
              </a:rPr>
              <a:t>2025 </a:t>
            </a:r>
            <a:r>
              <a:rPr sz="1500" b="0" i="0">
                <a:solidFill>
                  <a:srgbClr val="000000"/>
                </a:solidFill>
              </a:rPr>
              <a:t>to </a:t>
            </a:r>
            <a:r>
              <a:rPr sz="1500" b="0" i="0">
                <a:solidFill>
                  <a:srgbClr val="000000"/>
                </a:solidFill>
              </a:rPr>
              <a:t>10 </a:t>
            </a:r>
            <a:r>
              <a:rPr sz="969" b="0" i="0">
                <a:solidFill>
                  <a:srgbClr val="000000"/>
                </a:solidFill>
              </a:rPr>
              <a:t>th </a:t>
            </a:r>
            <a:r>
              <a:rPr sz="1500" b="0" i="0">
                <a:solidFill>
                  <a:srgbClr val="000000"/>
                </a:solidFill>
              </a:rPr>
              <a:t>September </a:t>
            </a:r>
            <a:r>
              <a:rPr sz="1500" b="0" i="0">
                <a:solidFill>
                  <a:srgbClr val="000000"/>
                </a:solidFill>
              </a:rPr>
              <a:t>2025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16654"/>
            <a:ext cx="7315200" cy="2676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5" b="1" i="0">
                <a:solidFill>
                  <a:srgbClr val="000000"/>
                </a:solidFill>
              </a:rPr>
              <a:t>CEO </a:t>
            </a:r>
            <a:r>
              <a:rPr sz="1405" b="1" i="0">
                <a:solidFill>
                  <a:srgbClr val="000000"/>
                </a:solidFill>
              </a:rPr>
              <a:t>&amp; </a:t>
            </a:r>
            <a:r>
              <a:rPr sz="1405" b="1" i="0">
                <a:solidFill>
                  <a:srgbClr val="000000"/>
                </a:solidFill>
              </a:rPr>
              <a:t>Founder </a:t>
            </a:r>
            <a:r>
              <a:rPr sz="1405" b="1" i="0">
                <a:solidFill>
                  <a:srgbClr val="000000"/>
                </a:solidFill>
              </a:rPr>
              <a:t>Date </a:t>
            </a:r>
            <a:r>
              <a:rPr sz="1405" b="1" i="0">
                <a:solidFill>
                  <a:srgbClr val="000000"/>
                </a:solidFill>
              </a:rPr>
              <a:t>of </a:t>
            </a:r>
            <a:r>
              <a:rPr sz="1405" b="1" i="0">
                <a:solidFill>
                  <a:srgbClr val="000000"/>
                </a:solidFill>
              </a:rPr>
              <a:t>Issue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30026"/>
            <a:ext cx="7315200" cy="2676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4" b="1" i="0">
                <a:solidFill>
                  <a:srgbClr val="000000"/>
                </a:solidFill>
              </a:rPr>
              <a:t>10 </a:t>
            </a:r>
            <a:r>
              <a:rPr sz="899" b="1" i="0">
                <a:solidFill>
                  <a:srgbClr val="000000"/>
                </a:solidFill>
              </a:rPr>
              <a:t>th </a:t>
            </a:r>
            <a:r>
              <a:rPr sz="1404" b="1" i="0">
                <a:solidFill>
                  <a:srgbClr val="000000"/>
                </a:solidFill>
              </a:rPr>
              <a:t>September, </a:t>
            </a:r>
            <a:r>
              <a:rPr sz="1404" b="1" i="0">
                <a:solidFill>
                  <a:srgbClr val="000000"/>
                </a:solidFill>
              </a:rPr>
              <a:t>2025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572000" cy="22589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572000" cy="31548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572000" cy="38621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572000" cy="1847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